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Merriweath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9" roundtripDataSignature="AMtx7mh9zl8VHatSYqM3onfo7eRQOSMI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38E280-6EC6-48ED-98D5-CD3D88B36AA0}">
  <a:tblStyle styleId="{1838E280-6EC6-48ED-98D5-CD3D88B36AA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erriweather-bold.fntdata"/><Relationship Id="rId25" Type="http://schemas.openxmlformats.org/officeDocument/2006/relationships/font" Target="fonts/Merriweather-regular.fntdata"/><Relationship Id="rId28" Type="http://schemas.openxmlformats.org/officeDocument/2006/relationships/font" Target="fonts/Merriweather-boldItalic.fntdata"/><Relationship Id="rId27" Type="http://schemas.openxmlformats.org/officeDocument/2006/relationships/font" Target="fonts/Merriweath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f1ef7511f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2f1ef7511f3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f1ef7511f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2f1ef7511f3_2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f1ff6188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2f1ff61888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2" name="Shape 52"/>
        <p:cNvGrpSpPr/>
        <p:nvPr/>
      </p:nvGrpSpPr>
      <p:grpSpPr>
        <a:xfrm>
          <a:off x="0" y="0"/>
          <a:ext cx="0" cy="0"/>
          <a:chOff x="0" y="0"/>
          <a:chExt cx="0" cy="0"/>
        </a:xfrm>
      </p:grpSpPr>
      <p:pic>
        <p:nvPicPr>
          <p:cNvPr descr="\\DROBO-FS\QuickDrops\JB\PPTX NG\Droplets\LightingOverlay.png" id="53" name="Google Shape;53;p18"/>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54" name="Google Shape;54;p18"/>
          <p:cNvGrpSpPr/>
          <p:nvPr/>
        </p:nvGrpSpPr>
        <p:grpSpPr>
          <a:xfrm>
            <a:off x="0" y="0"/>
            <a:ext cx="2305051" cy="6858001"/>
            <a:chOff x="0" y="0"/>
            <a:chExt cx="2305051" cy="6858001"/>
          </a:xfrm>
        </p:grpSpPr>
        <p:sp>
          <p:nvSpPr>
            <p:cNvPr id="55" name="Google Shape;55;p18"/>
            <p:cNvSpPr/>
            <p:nvPr/>
          </p:nvSpPr>
          <p:spPr>
            <a:xfrm>
              <a:off x="1209675" y="4763"/>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8"/>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8"/>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8"/>
            <p:cNvSpPr/>
            <p:nvPr/>
          </p:nvSpPr>
          <p:spPr>
            <a:xfrm>
              <a:off x="414338" y="9525"/>
              <a:ext cx="28575" cy="4481513"/>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8"/>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8"/>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3B95DE"/>
                </a:gs>
              </a:gsLst>
              <a:lin ang="5400000" scaled="0"/>
            </a:gradFill>
            <a:ln>
              <a:noFill/>
            </a:ln>
          </p:spPr>
        </p:sp>
        <p:sp>
          <p:nvSpPr>
            <p:cNvPr id="61" name="Google Shape;61;p18"/>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3B95DE"/>
                </a:gs>
              </a:gsLst>
              <a:lin ang="5400000" scaled="0"/>
            </a:gradFill>
            <a:ln>
              <a:noFill/>
            </a:ln>
          </p:spPr>
        </p:sp>
        <p:sp>
          <p:nvSpPr>
            <p:cNvPr id="62" name="Google Shape;62;p18"/>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8"/>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3B95DE"/>
                </a:gs>
              </a:gsLst>
              <a:lin ang="5400000" scaled="0"/>
            </a:gradFill>
            <a:ln>
              <a:noFill/>
            </a:ln>
          </p:spPr>
        </p:sp>
        <p:sp>
          <p:nvSpPr>
            <p:cNvPr id="64" name="Google Shape;64;p18"/>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95DE"/>
                </a:gs>
              </a:gsLst>
              <a:lin ang="5400000" scaled="0"/>
            </a:gradFill>
            <a:ln>
              <a:noFill/>
            </a:ln>
          </p:spPr>
        </p:sp>
        <p:sp>
          <p:nvSpPr>
            <p:cNvPr id="65" name="Google Shape;65;p18"/>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8"/>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8"/>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3B95DE"/>
                </a:gs>
              </a:gsLst>
              <a:lin ang="5400000" scaled="0"/>
            </a:gradFill>
            <a:ln>
              <a:noFill/>
            </a:ln>
          </p:spPr>
        </p:sp>
        <p:sp>
          <p:nvSpPr>
            <p:cNvPr id="68" name="Google Shape;68;p18"/>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8"/>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3B95DE"/>
                </a:gs>
              </a:gsLst>
              <a:lin ang="5400000" scaled="0"/>
            </a:gradFill>
            <a:ln>
              <a:noFill/>
            </a:ln>
          </p:spPr>
        </p:sp>
        <p:sp>
          <p:nvSpPr>
            <p:cNvPr id="70" name="Google Shape;70;p18"/>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8"/>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8"/>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3B95DE"/>
                </a:gs>
              </a:gsLst>
              <a:lin ang="5400000" scaled="0"/>
            </a:gradFill>
            <a:ln>
              <a:noFill/>
            </a:ln>
          </p:spPr>
        </p:sp>
        <p:sp>
          <p:nvSpPr>
            <p:cNvPr id="73" name="Google Shape;73;p18"/>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8"/>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8"/>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lt2"/>
                </a:gs>
                <a:gs pos="100000">
                  <a:srgbClr val="3B95DE"/>
                </a:gs>
              </a:gsLst>
              <a:lin ang="5400000" scaled="0"/>
            </a:gradFill>
            <a:ln>
              <a:noFill/>
            </a:ln>
          </p:spPr>
        </p:sp>
        <p:sp>
          <p:nvSpPr>
            <p:cNvPr id="76" name="Google Shape;76;p18"/>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8"/>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lt2"/>
                </a:gs>
                <a:gs pos="100000">
                  <a:srgbClr val="3B95DE"/>
                </a:gs>
              </a:gsLst>
              <a:lin ang="5400000" scaled="0"/>
            </a:gradFill>
            <a:ln>
              <a:noFill/>
            </a:ln>
          </p:spPr>
        </p:sp>
        <p:sp>
          <p:nvSpPr>
            <p:cNvPr id="78" name="Google Shape;78;p18"/>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8"/>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3B95DE"/>
                </a:gs>
              </a:gsLst>
              <a:lin ang="5400000" scaled="0"/>
            </a:gradFill>
            <a:ln>
              <a:noFill/>
            </a:ln>
          </p:spPr>
        </p:sp>
        <p:sp>
          <p:nvSpPr>
            <p:cNvPr id="80" name="Google Shape;80;p18"/>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8"/>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3B95DE"/>
                </a:gs>
              </a:gsLst>
              <a:lin ang="5400000" scaled="0"/>
            </a:gradFill>
            <a:ln>
              <a:noFill/>
            </a:ln>
          </p:spPr>
        </p:sp>
        <p:sp>
          <p:nvSpPr>
            <p:cNvPr id="82" name="Google Shape;82;p18"/>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8"/>
            <p:cNvSpPr/>
            <p:nvPr/>
          </p:nvSpPr>
          <p:spPr>
            <a:xfrm>
              <a:off x="642938" y="6610350"/>
              <a:ext cx="23813" cy="242888"/>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8"/>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8"/>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3B95DE"/>
                </a:gs>
              </a:gsLst>
              <a:lin ang="5400000" scaled="0"/>
            </a:gradFill>
            <a:ln>
              <a:noFill/>
            </a:ln>
          </p:spPr>
        </p:sp>
        <p:sp>
          <p:nvSpPr>
            <p:cNvPr id="86" name="Google Shape;86;p18"/>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3B95DE"/>
                </a:gs>
              </a:gsLst>
              <a:lin ang="5400000" scaled="0"/>
            </a:gradFill>
            <a:ln>
              <a:noFill/>
            </a:ln>
          </p:spPr>
        </p:sp>
        <p:sp>
          <p:nvSpPr>
            <p:cNvPr id="87" name="Google Shape;87;p18"/>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8"/>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3B95DE"/>
                </a:gs>
              </a:gsLst>
              <a:lin ang="5400000" scaled="0"/>
            </a:gradFill>
            <a:ln>
              <a:noFill/>
            </a:ln>
          </p:spPr>
        </p:sp>
        <p:sp>
          <p:nvSpPr>
            <p:cNvPr id="89" name="Google Shape;89;p18"/>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95DE"/>
                </a:gs>
              </a:gsLst>
              <a:lin ang="5400000" scaled="0"/>
            </a:gradFill>
            <a:ln>
              <a:noFill/>
            </a:ln>
          </p:spPr>
        </p:sp>
        <p:sp>
          <p:nvSpPr>
            <p:cNvPr id="90" name="Google Shape;90;p18"/>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lt2"/>
                </a:gs>
                <a:gs pos="100000">
                  <a:srgbClr val="3B95DE"/>
                </a:gs>
              </a:gsLst>
              <a:lin ang="5400000" scaled="0"/>
            </a:gradFill>
            <a:ln>
              <a:noFill/>
            </a:ln>
          </p:spPr>
        </p:sp>
        <p:sp>
          <p:nvSpPr>
            <p:cNvPr id="92" name="Google Shape;92;p18"/>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8"/>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lt2"/>
                </a:gs>
                <a:gs pos="100000">
                  <a:srgbClr val="3B95DE"/>
                </a:gs>
              </a:gsLst>
              <a:lin ang="5400000" scaled="0"/>
            </a:gradFill>
            <a:ln>
              <a:noFill/>
            </a:ln>
          </p:spPr>
        </p:sp>
        <p:sp>
          <p:nvSpPr>
            <p:cNvPr id="94" name="Google Shape;94;p18"/>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p:nvPr/>
          </p:nvSpPr>
          <p:spPr>
            <a:xfrm>
              <a:off x="1228725" y="4662488"/>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3B95DE"/>
                </a:gs>
              </a:gsLst>
              <a:lin ang="5400000" scaled="0"/>
            </a:gradFill>
            <a:ln>
              <a:noFill/>
            </a:ln>
          </p:spPr>
        </p:sp>
        <p:sp>
          <p:nvSpPr>
            <p:cNvPr id="97" name="Google Shape;97;p18"/>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3B95DE"/>
                </a:gs>
              </a:gsLst>
              <a:lin ang="5400000" scaled="0"/>
            </a:gradFill>
            <a:ln>
              <a:noFill/>
            </a:ln>
          </p:spPr>
        </p:sp>
        <p:sp>
          <p:nvSpPr>
            <p:cNvPr id="99" name="Google Shape;99;p18"/>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8"/>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8"/>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3B95DE"/>
                </a:gs>
              </a:gsLst>
              <a:lin ang="5400000" scaled="0"/>
            </a:gradFill>
            <a:ln>
              <a:noFill/>
            </a:ln>
          </p:spPr>
        </p:sp>
        <p:sp>
          <p:nvSpPr>
            <p:cNvPr id="102" name="Google Shape;102;p18"/>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95DE"/>
                </a:gs>
              </a:gsLst>
              <a:lin ang="5400000" scaled="0"/>
            </a:gradFill>
            <a:ln>
              <a:noFill/>
            </a:ln>
          </p:spPr>
        </p:sp>
        <p:sp>
          <p:nvSpPr>
            <p:cNvPr id="103" name="Google Shape;103;p18"/>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3B95DE"/>
                </a:gs>
              </a:gsLst>
              <a:lin ang="5400000" scaled="0"/>
            </a:gradFill>
            <a:ln>
              <a:noFill/>
            </a:ln>
          </p:spPr>
        </p:sp>
        <p:sp>
          <p:nvSpPr>
            <p:cNvPr id="106" name="Google Shape;106;p18"/>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8"/>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3B95DE"/>
                </a:gs>
              </a:gsLst>
              <a:lin ang="5400000" scaled="0"/>
            </a:gradFill>
            <a:ln>
              <a:noFill/>
            </a:ln>
          </p:spPr>
        </p:sp>
        <p:sp>
          <p:nvSpPr>
            <p:cNvPr id="108" name="Google Shape;108;p18"/>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18"/>
          <p:cNvSpPr txBox="1"/>
          <p:nvPr>
            <p:ph type="ctrTitle"/>
          </p:nvPr>
        </p:nvSpPr>
        <p:spPr>
          <a:xfrm>
            <a:off x="1876424" y="1122363"/>
            <a:ext cx="8791575"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8"/>
          <p:cNvSpPr txBox="1"/>
          <p:nvPr>
            <p:ph idx="1" type="subTitle"/>
          </p:nvPr>
        </p:nvSpPr>
        <p:spPr>
          <a:xfrm>
            <a:off x="1876424" y="3602038"/>
            <a:ext cx="8791575" cy="165576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p:txBody>
      </p:sp>
      <p:sp>
        <p:nvSpPr>
          <p:cNvPr id="111" name="Google Shape;111;p18"/>
          <p:cNvSpPr txBox="1"/>
          <p:nvPr>
            <p:ph idx="10" type="dt"/>
          </p:nvPr>
        </p:nvSpPr>
        <p:spPr>
          <a:xfrm>
            <a:off x="7077511" y="5410201"/>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8"/>
          <p:cNvSpPr txBox="1"/>
          <p:nvPr>
            <p:ph idx="11" type="ftr"/>
          </p:nvPr>
        </p:nvSpPr>
        <p:spPr>
          <a:xfrm>
            <a:off x="1876424" y="5410201"/>
            <a:ext cx="512488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8"/>
          <p:cNvSpPr txBox="1"/>
          <p:nvPr>
            <p:ph idx="12" type="sldNum"/>
          </p:nvPr>
        </p:nvSpPr>
        <p:spPr>
          <a:xfrm>
            <a:off x="9896911" y="5410199"/>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4" name="Shape 114"/>
        <p:cNvGrpSpPr/>
        <p:nvPr/>
      </p:nvGrpSpPr>
      <p:grpSpPr>
        <a:xfrm>
          <a:off x="0" y="0"/>
          <a:ext cx="0" cy="0"/>
          <a:chOff x="0" y="0"/>
          <a:chExt cx="0" cy="0"/>
        </a:xfrm>
      </p:grpSpPr>
      <p:sp>
        <p:nvSpPr>
          <p:cNvPr id="115" name="Google Shape;115;p19"/>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9"/>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17" name="Google Shape;117;p19"/>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9"/>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9"/>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0" name="Shape 120"/>
        <p:cNvGrpSpPr/>
        <p:nvPr/>
      </p:nvGrpSpPr>
      <p:grpSpPr>
        <a:xfrm>
          <a:off x="0" y="0"/>
          <a:ext cx="0" cy="0"/>
          <a:chOff x="0" y="0"/>
          <a:chExt cx="0" cy="0"/>
        </a:xfrm>
      </p:grpSpPr>
      <p:sp>
        <p:nvSpPr>
          <p:cNvPr id="121" name="Google Shape;121;p20"/>
          <p:cNvSpPr txBox="1"/>
          <p:nvPr>
            <p:ph type="title"/>
          </p:nvPr>
        </p:nvSpPr>
        <p:spPr>
          <a:xfrm>
            <a:off x="1141411" y="1419226"/>
            <a:ext cx="99060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0"/>
          <p:cNvSpPr txBox="1"/>
          <p:nvPr>
            <p:ph idx="1" type="body"/>
          </p:nvPr>
        </p:nvSpPr>
        <p:spPr>
          <a:xfrm>
            <a:off x="1141411" y="4424362"/>
            <a:ext cx="9906000" cy="137477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cap="none">
                <a:solidFill>
                  <a:schemeClr val="lt1"/>
                </a:solidFill>
              </a:defRPr>
            </a:lvl1pPr>
            <a:lvl2pPr indent="-228600" lvl="1" marL="914400" algn="l">
              <a:lnSpc>
                <a:spcPct val="120000"/>
              </a:lnSpc>
              <a:spcBef>
                <a:spcPts val="500"/>
              </a:spcBef>
              <a:spcAft>
                <a:spcPts val="0"/>
              </a:spcAft>
              <a:buClr>
                <a:schemeClr val="lt1"/>
              </a:buClr>
              <a:buSzPts val="2250"/>
              <a:buNone/>
              <a:defRPr sz="1800">
                <a:solidFill>
                  <a:schemeClr val="lt1"/>
                </a:solidFill>
              </a:defRPr>
            </a:lvl2pPr>
            <a:lvl3pPr indent="-228600" lvl="2" marL="1371600" algn="l">
              <a:lnSpc>
                <a:spcPct val="120000"/>
              </a:lnSpc>
              <a:spcBef>
                <a:spcPts val="500"/>
              </a:spcBef>
              <a:spcAft>
                <a:spcPts val="0"/>
              </a:spcAft>
              <a:buClr>
                <a:schemeClr val="lt1"/>
              </a:buClr>
              <a:buSzPts val="2250"/>
              <a:buNone/>
              <a:defRPr sz="1800">
                <a:solidFill>
                  <a:schemeClr val="lt1"/>
                </a:solidFill>
              </a:defRPr>
            </a:lvl3pPr>
            <a:lvl4pPr indent="-228600" lvl="3" marL="1828800" algn="l">
              <a:lnSpc>
                <a:spcPct val="120000"/>
              </a:lnSpc>
              <a:spcBef>
                <a:spcPts val="500"/>
              </a:spcBef>
              <a:spcAft>
                <a:spcPts val="0"/>
              </a:spcAft>
              <a:buClr>
                <a:schemeClr val="lt1"/>
              </a:buClr>
              <a:buSzPts val="2000"/>
              <a:buNone/>
              <a:defRPr sz="1600">
                <a:solidFill>
                  <a:schemeClr val="lt1"/>
                </a:solidFill>
              </a:defRPr>
            </a:lvl4pPr>
            <a:lvl5pPr indent="-228600" lvl="4" marL="2286000" algn="l">
              <a:lnSpc>
                <a:spcPct val="120000"/>
              </a:lnSpc>
              <a:spcBef>
                <a:spcPts val="500"/>
              </a:spcBef>
              <a:spcAft>
                <a:spcPts val="0"/>
              </a:spcAft>
              <a:buClr>
                <a:schemeClr val="lt1"/>
              </a:buClr>
              <a:buSzPts val="2000"/>
              <a:buNone/>
              <a:defRPr sz="1600">
                <a:solidFill>
                  <a:schemeClr val="lt1"/>
                </a:solidFill>
              </a:defRPr>
            </a:lvl5pPr>
            <a:lvl6pPr indent="-228600" lvl="5" marL="2743200" algn="l">
              <a:lnSpc>
                <a:spcPct val="120000"/>
              </a:lnSpc>
              <a:spcBef>
                <a:spcPts val="500"/>
              </a:spcBef>
              <a:spcAft>
                <a:spcPts val="0"/>
              </a:spcAft>
              <a:buClr>
                <a:schemeClr val="lt1"/>
              </a:buClr>
              <a:buSzPts val="2000"/>
              <a:buNone/>
              <a:defRPr sz="1600">
                <a:solidFill>
                  <a:schemeClr val="lt1"/>
                </a:solidFill>
              </a:defRPr>
            </a:lvl6pPr>
            <a:lvl7pPr indent="-228600" lvl="6" marL="3200400" algn="l">
              <a:lnSpc>
                <a:spcPct val="120000"/>
              </a:lnSpc>
              <a:spcBef>
                <a:spcPts val="500"/>
              </a:spcBef>
              <a:spcAft>
                <a:spcPts val="0"/>
              </a:spcAft>
              <a:buClr>
                <a:schemeClr val="lt1"/>
              </a:buClr>
              <a:buSzPts val="2000"/>
              <a:buNone/>
              <a:defRPr sz="1600">
                <a:solidFill>
                  <a:schemeClr val="lt1"/>
                </a:solidFill>
              </a:defRPr>
            </a:lvl7pPr>
            <a:lvl8pPr indent="-228600" lvl="7" marL="3657600" algn="l">
              <a:lnSpc>
                <a:spcPct val="120000"/>
              </a:lnSpc>
              <a:spcBef>
                <a:spcPts val="500"/>
              </a:spcBef>
              <a:spcAft>
                <a:spcPts val="0"/>
              </a:spcAft>
              <a:buClr>
                <a:schemeClr val="lt1"/>
              </a:buClr>
              <a:buSzPts val="2000"/>
              <a:buNone/>
              <a:defRPr sz="1600">
                <a:solidFill>
                  <a:schemeClr val="lt1"/>
                </a:solidFill>
              </a:defRPr>
            </a:lvl8pPr>
            <a:lvl9pPr indent="-228600" lvl="8" marL="4114800" algn="l">
              <a:lnSpc>
                <a:spcPct val="120000"/>
              </a:lnSpc>
              <a:spcBef>
                <a:spcPts val="500"/>
              </a:spcBef>
              <a:spcAft>
                <a:spcPts val="0"/>
              </a:spcAft>
              <a:buClr>
                <a:schemeClr val="lt1"/>
              </a:buClr>
              <a:buSzPts val="2000"/>
              <a:buNone/>
              <a:defRPr sz="1600">
                <a:solidFill>
                  <a:schemeClr val="lt1"/>
                </a:solidFill>
              </a:defRPr>
            </a:lvl9pPr>
          </a:lstStyle>
          <a:p/>
        </p:txBody>
      </p:sp>
      <p:sp>
        <p:nvSpPr>
          <p:cNvPr id="123" name="Google Shape;123;p20"/>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0"/>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0"/>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6" name="Shape 126"/>
        <p:cNvGrpSpPr/>
        <p:nvPr/>
      </p:nvGrpSpPr>
      <p:grpSpPr>
        <a:xfrm>
          <a:off x="0" y="0"/>
          <a:ext cx="0" cy="0"/>
          <a:chOff x="0" y="0"/>
          <a:chExt cx="0" cy="0"/>
        </a:xfrm>
      </p:grpSpPr>
      <p:sp>
        <p:nvSpPr>
          <p:cNvPr id="127" name="Google Shape;127;p21"/>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1"/>
          <p:cNvSpPr txBox="1"/>
          <p:nvPr>
            <p:ph idx="1" type="body"/>
          </p:nvPr>
        </p:nvSpPr>
        <p:spPr>
          <a:xfrm>
            <a:off x="1141410" y="2249486"/>
            <a:ext cx="487838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29" name="Google Shape;129;p21"/>
          <p:cNvSpPr txBox="1"/>
          <p:nvPr>
            <p:ph idx="2" type="body"/>
          </p:nvPr>
        </p:nvSpPr>
        <p:spPr>
          <a:xfrm>
            <a:off x="6172200" y="2249486"/>
            <a:ext cx="4875211"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30" name="Google Shape;130;p2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3" name="Shape 133"/>
        <p:cNvGrpSpPr/>
        <p:nvPr/>
      </p:nvGrpSpPr>
      <p:grpSpPr>
        <a:xfrm>
          <a:off x="0" y="0"/>
          <a:ext cx="0" cy="0"/>
          <a:chOff x="0" y="0"/>
          <a:chExt cx="0" cy="0"/>
        </a:xfrm>
      </p:grpSpPr>
      <p:sp>
        <p:nvSpPr>
          <p:cNvPr id="134" name="Google Shape;134;p22"/>
          <p:cNvSpPr txBox="1"/>
          <p:nvPr>
            <p:ph type="title"/>
          </p:nvPr>
        </p:nvSpPr>
        <p:spPr>
          <a:xfrm>
            <a:off x="1141411" y="619126"/>
            <a:ext cx="9906000" cy="14779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2"/>
          <p:cNvSpPr txBox="1"/>
          <p:nvPr>
            <p:ph idx="1" type="body"/>
          </p:nvPr>
        </p:nvSpPr>
        <p:spPr>
          <a:xfrm>
            <a:off x="1370019" y="2249486"/>
            <a:ext cx="464978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136" name="Google Shape;136;p22"/>
          <p:cNvSpPr txBox="1"/>
          <p:nvPr>
            <p:ph idx="2" type="body"/>
          </p:nvPr>
        </p:nvSpPr>
        <p:spPr>
          <a:xfrm>
            <a:off x="1141410" y="3073397"/>
            <a:ext cx="4878391"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37" name="Google Shape;137;p22"/>
          <p:cNvSpPr txBox="1"/>
          <p:nvPr>
            <p:ph idx="3" type="body"/>
          </p:nvPr>
        </p:nvSpPr>
        <p:spPr>
          <a:xfrm>
            <a:off x="6400808" y="2249485"/>
            <a:ext cx="4646602"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138" name="Google Shape;138;p22"/>
          <p:cNvSpPr txBox="1"/>
          <p:nvPr>
            <p:ph idx="4" type="body"/>
          </p:nvPr>
        </p:nvSpPr>
        <p:spPr>
          <a:xfrm>
            <a:off x="6172200" y="3073397"/>
            <a:ext cx="4875210"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39" name="Google Shape;139;p2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2" name="Shape 142"/>
        <p:cNvGrpSpPr/>
        <p:nvPr/>
      </p:nvGrpSpPr>
      <p:grpSpPr>
        <a:xfrm>
          <a:off x="0" y="0"/>
          <a:ext cx="0" cy="0"/>
          <a:chOff x="0" y="0"/>
          <a:chExt cx="0" cy="0"/>
        </a:xfrm>
      </p:grpSpPr>
      <p:sp>
        <p:nvSpPr>
          <p:cNvPr id="143" name="Google Shape;143;p23"/>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7" name="Shape 147"/>
        <p:cNvGrpSpPr/>
        <p:nvPr/>
      </p:nvGrpSpPr>
      <p:grpSpPr>
        <a:xfrm>
          <a:off x="0" y="0"/>
          <a:ext cx="0" cy="0"/>
          <a:chOff x="0" y="0"/>
          <a:chExt cx="0" cy="0"/>
        </a:xfrm>
      </p:grpSpPr>
      <p:sp>
        <p:nvSpPr>
          <p:cNvPr id="148" name="Google Shape;148;p2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1" name="Shape 151"/>
        <p:cNvGrpSpPr/>
        <p:nvPr/>
      </p:nvGrpSpPr>
      <p:grpSpPr>
        <a:xfrm>
          <a:off x="0" y="0"/>
          <a:ext cx="0" cy="0"/>
          <a:chOff x="0" y="0"/>
          <a:chExt cx="0" cy="0"/>
        </a:xfrm>
      </p:grpSpPr>
      <p:sp>
        <p:nvSpPr>
          <p:cNvPr id="152" name="Google Shape;152;p25"/>
          <p:cNvSpPr txBox="1"/>
          <p:nvPr>
            <p:ph type="title"/>
          </p:nvPr>
        </p:nvSpPr>
        <p:spPr>
          <a:xfrm>
            <a:off x="1146705" y="609601"/>
            <a:ext cx="3856037" cy="16398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25"/>
          <p:cNvSpPr txBox="1"/>
          <p:nvPr>
            <p:ph idx="1" type="body"/>
          </p:nvPr>
        </p:nvSpPr>
        <p:spPr>
          <a:xfrm>
            <a:off x="5156200" y="592666"/>
            <a:ext cx="5891209" cy="5198534"/>
          </a:xfrm>
          <a:prstGeom prst="rect">
            <a:avLst/>
          </a:prstGeom>
          <a:noFill/>
          <a:ln>
            <a:noFill/>
          </a:ln>
        </p:spPr>
        <p:txBody>
          <a:bodyPr anchorCtr="0" anchor="ctr"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154" name="Google Shape;154;p25"/>
          <p:cNvSpPr txBox="1"/>
          <p:nvPr>
            <p:ph idx="2" type="body"/>
          </p:nvPr>
        </p:nvSpPr>
        <p:spPr>
          <a:xfrm>
            <a:off x="1146705" y="2249486"/>
            <a:ext cx="3856037"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000"/>
              <a:buNone/>
              <a:defRPr sz="16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55" name="Google Shape;155;p2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8" name="Shape 158"/>
        <p:cNvGrpSpPr/>
        <p:nvPr/>
      </p:nvGrpSpPr>
      <p:grpSpPr>
        <a:xfrm>
          <a:off x="0" y="0"/>
          <a:ext cx="0" cy="0"/>
          <a:chOff x="0" y="0"/>
          <a:chExt cx="0" cy="0"/>
        </a:xfrm>
      </p:grpSpPr>
      <p:sp>
        <p:nvSpPr>
          <p:cNvPr id="159" name="Google Shape;159;p26"/>
          <p:cNvSpPr txBox="1"/>
          <p:nvPr>
            <p:ph type="title"/>
          </p:nvPr>
        </p:nvSpPr>
        <p:spPr>
          <a:xfrm>
            <a:off x="1141413" y="609600"/>
            <a:ext cx="5934508" cy="16398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26"/>
          <p:cNvSpPr/>
          <p:nvPr>
            <p:ph idx="2" type="pic"/>
          </p:nvPr>
        </p:nvSpPr>
        <p:spPr>
          <a:xfrm>
            <a:off x="7380721" y="609601"/>
            <a:ext cx="3666690" cy="5181599"/>
          </a:xfrm>
          <a:prstGeom prst="round2DiagRect">
            <a:avLst>
              <a:gd fmla="val 5608"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1" name="Google Shape;161;p26"/>
          <p:cNvSpPr txBox="1"/>
          <p:nvPr>
            <p:ph idx="1" type="body"/>
          </p:nvPr>
        </p:nvSpPr>
        <p:spPr>
          <a:xfrm>
            <a:off x="1141410" y="2249486"/>
            <a:ext cx="5934511"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000"/>
              <a:buNone/>
              <a:defRPr sz="16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62" name="Google Shape;162;p2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2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65" name="Shape 165"/>
        <p:cNvGrpSpPr/>
        <p:nvPr/>
      </p:nvGrpSpPr>
      <p:grpSpPr>
        <a:xfrm>
          <a:off x="0" y="0"/>
          <a:ext cx="0" cy="0"/>
          <a:chOff x="0" y="0"/>
          <a:chExt cx="0" cy="0"/>
        </a:xfrm>
      </p:grpSpPr>
      <p:sp>
        <p:nvSpPr>
          <p:cNvPr id="166" name="Google Shape;166;p27"/>
          <p:cNvSpPr txBox="1"/>
          <p:nvPr>
            <p:ph type="title"/>
          </p:nvPr>
        </p:nvSpPr>
        <p:spPr>
          <a:xfrm>
            <a:off x="1141410" y="4304664"/>
            <a:ext cx="9912355"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7"/>
          <p:cNvSpPr/>
          <p:nvPr>
            <p:ph idx="2" type="pic"/>
          </p:nvPr>
        </p:nvSpPr>
        <p:spPr>
          <a:xfrm>
            <a:off x="1141411" y="606426"/>
            <a:ext cx="9912354" cy="3299778"/>
          </a:xfrm>
          <a:prstGeom prst="round2DiagRect">
            <a:avLst>
              <a:gd fmla="val 4860"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8" name="Google Shape;168;p27"/>
          <p:cNvSpPr txBox="1"/>
          <p:nvPr>
            <p:ph idx="1" type="body"/>
          </p:nvPr>
        </p:nvSpPr>
        <p:spPr>
          <a:xfrm>
            <a:off x="1141364" y="5124020"/>
            <a:ext cx="9910859" cy="68247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000"/>
              <a:buNone/>
              <a:defRPr sz="16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69" name="Google Shape;169;p2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72" name="Shape 172"/>
        <p:cNvGrpSpPr/>
        <p:nvPr/>
      </p:nvGrpSpPr>
      <p:grpSpPr>
        <a:xfrm>
          <a:off x="0" y="0"/>
          <a:ext cx="0" cy="0"/>
          <a:chOff x="0" y="0"/>
          <a:chExt cx="0" cy="0"/>
        </a:xfrm>
      </p:grpSpPr>
      <p:sp>
        <p:nvSpPr>
          <p:cNvPr id="173" name="Google Shape;173;p28"/>
          <p:cNvSpPr txBox="1"/>
          <p:nvPr>
            <p:ph type="title"/>
          </p:nvPr>
        </p:nvSpPr>
        <p:spPr>
          <a:xfrm>
            <a:off x="1141456" y="609600"/>
            <a:ext cx="9905955" cy="3429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28"/>
          <p:cNvSpPr txBox="1"/>
          <p:nvPr>
            <p:ph idx="1" type="body"/>
          </p:nvPr>
        </p:nvSpPr>
        <p:spPr>
          <a:xfrm>
            <a:off x="1141410" y="4419599"/>
            <a:ext cx="9904459" cy="1371599"/>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75" name="Google Shape;175;p28"/>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8"/>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8"/>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78" name="Shape 178"/>
        <p:cNvGrpSpPr/>
        <p:nvPr/>
      </p:nvGrpSpPr>
      <p:grpSpPr>
        <a:xfrm>
          <a:off x="0" y="0"/>
          <a:ext cx="0" cy="0"/>
          <a:chOff x="0" y="0"/>
          <a:chExt cx="0" cy="0"/>
        </a:xfrm>
      </p:grpSpPr>
      <p:sp>
        <p:nvSpPr>
          <p:cNvPr id="179" name="Google Shape;179;p29"/>
          <p:cNvSpPr txBox="1"/>
          <p:nvPr>
            <p:ph type="title"/>
          </p:nvPr>
        </p:nvSpPr>
        <p:spPr>
          <a:xfrm>
            <a:off x="1446212" y="609599"/>
            <a:ext cx="9302752" cy="274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29"/>
          <p:cNvSpPr txBox="1"/>
          <p:nvPr>
            <p:ph idx="1" type="body"/>
          </p:nvPr>
        </p:nvSpPr>
        <p:spPr>
          <a:xfrm>
            <a:off x="1720644" y="3365557"/>
            <a:ext cx="875229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81" name="Google Shape;181;p29"/>
          <p:cNvSpPr txBox="1"/>
          <p:nvPr>
            <p:ph idx="2" type="body"/>
          </p:nvPr>
        </p:nvSpPr>
        <p:spPr>
          <a:xfrm>
            <a:off x="1141411" y="4309919"/>
            <a:ext cx="9906002" cy="1489496"/>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82" name="Google Shape;182;p29"/>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29"/>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9"/>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5" name="Google Shape;185;p29"/>
          <p:cNvSpPr txBox="1"/>
          <p:nvPr/>
        </p:nvSpPr>
        <p:spPr>
          <a:xfrm>
            <a:off x="903512" y="73239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Twentieth Century"/>
              <a:buNone/>
            </a:pPr>
            <a:r>
              <a:rPr b="0" lang="en-US" sz="8000" cap="none">
                <a:solidFill>
                  <a:schemeClr val="lt1"/>
                </a:solidFill>
                <a:latin typeface="Twentieth Century"/>
                <a:ea typeface="Twentieth Century"/>
                <a:cs typeface="Twentieth Century"/>
                <a:sym typeface="Twentieth Century"/>
              </a:rPr>
              <a:t>“</a:t>
            </a:r>
            <a:endParaRPr/>
          </a:p>
        </p:txBody>
      </p:sp>
      <p:sp>
        <p:nvSpPr>
          <p:cNvPr id="186" name="Google Shape;186;p29"/>
          <p:cNvSpPr txBox="1"/>
          <p:nvPr/>
        </p:nvSpPr>
        <p:spPr>
          <a:xfrm>
            <a:off x="10537370" y="2764972"/>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Twentieth Century"/>
              <a:buNone/>
            </a:pPr>
            <a:r>
              <a:rPr b="0" lang="en-US" sz="8000" cap="none">
                <a:solidFill>
                  <a:schemeClr val="lt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87" name="Shape 187"/>
        <p:cNvGrpSpPr/>
        <p:nvPr/>
      </p:nvGrpSpPr>
      <p:grpSpPr>
        <a:xfrm>
          <a:off x="0" y="0"/>
          <a:ext cx="0" cy="0"/>
          <a:chOff x="0" y="0"/>
          <a:chExt cx="0" cy="0"/>
        </a:xfrm>
      </p:grpSpPr>
      <p:sp>
        <p:nvSpPr>
          <p:cNvPr id="188" name="Google Shape;188;p30"/>
          <p:cNvSpPr txBox="1"/>
          <p:nvPr>
            <p:ph type="title"/>
          </p:nvPr>
        </p:nvSpPr>
        <p:spPr>
          <a:xfrm>
            <a:off x="1141410" y="2134041"/>
            <a:ext cx="9906001"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30"/>
          <p:cNvSpPr txBox="1"/>
          <p:nvPr>
            <p:ph idx="1" type="body"/>
          </p:nvPr>
        </p:nvSpPr>
        <p:spPr>
          <a:xfrm>
            <a:off x="1141364" y="4657655"/>
            <a:ext cx="9904505" cy="114064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250"/>
              <a:buNone/>
              <a:defRPr sz="1800"/>
            </a:lvl1pPr>
            <a:lvl2pPr indent="-228600" lvl="1" marL="914400" algn="l">
              <a:lnSpc>
                <a:spcPct val="120000"/>
              </a:lnSpc>
              <a:spcBef>
                <a:spcPts val="500"/>
              </a:spcBef>
              <a:spcAft>
                <a:spcPts val="0"/>
              </a:spcAft>
              <a:buClr>
                <a:schemeClr val="lt1"/>
              </a:buClr>
              <a:buSzPts val="1750"/>
              <a:buNone/>
              <a:defRPr sz="1400"/>
            </a:lvl2pPr>
            <a:lvl3pPr indent="-228600" lvl="2" marL="1371600" algn="l">
              <a:lnSpc>
                <a:spcPct val="120000"/>
              </a:lnSpc>
              <a:spcBef>
                <a:spcPts val="500"/>
              </a:spcBef>
              <a:spcAft>
                <a:spcPts val="0"/>
              </a:spcAft>
              <a:buClr>
                <a:schemeClr val="lt1"/>
              </a:buClr>
              <a:buSzPts val="1500"/>
              <a:buNone/>
              <a:defRPr sz="1200"/>
            </a:lvl3pPr>
            <a:lvl4pPr indent="-228600" lvl="3" marL="1828800" algn="l">
              <a:lnSpc>
                <a:spcPct val="120000"/>
              </a:lnSpc>
              <a:spcBef>
                <a:spcPts val="500"/>
              </a:spcBef>
              <a:spcAft>
                <a:spcPts val="0"/>
              </a:spcAft>
              <a:buClr>
                <a:schemeClr val="lt1"/>
              </a:buClr>
              <a:buSzPts val="1250"/>
              <a:buNone/>
              <a:defRPr sz="1000"/>
            </a:lvl4pPr>
            <a:lvl5pPr indent="-228600" lvl="4" marL="2286000" algn="l">
              <a:lnSpc>
                <a:spcPct val="120000"/>
              </a:lnSpc>
              <a:spcBef>
                <a:spcPts val="500"/>
              </a:spcBef>
              <a:spcAft>
                <a:spcPts val="0"/>
              </a:spcAft>
              <a:buClr>
                <a:schemeClr val="lt1"/>
              </a:buClr>
              <a:buSzPts val="1250"/>
              <a:buNone/>
              <a:defRPr sz="1000"/>
            </a:lvl5pPr>
            <a:lvl6pPr indent="-228600" lvl="5" marL="2743200" algn="l">
              <a:lnSpc>
                <a:spcPct val="120000"/>
              </a:lnSpc>
              <a:spcBef>
                <a:spcPts val="500"/>
              </a:spcBef>
              <a:spcAft>
                <a:spcPts val="0"/>
              </a:spcAft>
              <a:buClr>
                <a:schemeClr val="lt1"/>
              </a:buClr>
              <a:buSzPts val="1250"/>
              <a:buNone/>
              <a:defRPr sz="1000"/>
            </a:lvl6pPr>
            <a:lvl7pPr indent="-228600" lvl="6" marL="3200400" algn="l">
              <a:lnSpc>
                <a:spcPct val="120000"/>
              </a:lnSpc>
              <a:spcBef>
                <a:spcPts val="500"/>
              </a:spcBef>
              <a:spcAft>
                <a:spcPts val="0"/>
              </a:spcAft>
              <a:buClr>
                <a:schemeClr val="lt1"/>
              </a:buClr>
              <a:buSzPts val="1250"/>
              <a:buNone/>
              <a:defRPr sz="1000"/>
            </a:lvl7pPr>
            <a:lvl8pPr indent="-228600" lvl="7" marL="3657600" algn="l">
              <a:lnSpc>
                <a:spcPct val="120000"/>
              </a:lnSpc>
              <a:spcBef>
                <a:spcPts val="500"/>
              </a:spcBef>
              <a:spcAft>
                <a:spcPts val="0"/>
              </a:spcAft>
              <a:buClr>
                <a:schemeClr val="lt1"/>
              </a:buClr>
              <a:buSzPts val="1250"/>
              <a:buNone/>
              <a:defRPr sz="1000"/>
            </a:lvl8pPr>
            <a:lvl9pPr indent="-228600" lvl="8" marL="4114800" algn="l">
              <a:lnSpc>
                <a:spcPct val="120000"/>
              </a:lnSpc>
              <a:spcBef>
                <a:spcPts val="500"/>
              </a:spcBef>
              <a:spcAft>
                <a:spcPts val="0"/>
              </a:spcAft>
              <a:buClr>
                <a:schemeClr val="lt1"/>
              </a:buClr>
              <a:buSzPts val="1250"/>
              <a:buNone/>
              <a:defRPr sz="1000"/>
            </a:lvl9pPr>
          </a:lstStyle>
          <a:p/>
        </p:txBody>
      </p:sp>
      <p:sp>
        <p:nvSpPr>
          <p:cNvPr id="190" name="Google Shape;190;p30"/>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30"/>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30"/>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3" name="Shape 193"/>
        <p:cNvGrpSpPr/>
        <p:nvPr/>
      </p:nvGrpSpPr>
      <p:grpSpPr>
        <a:xfrm>
          <a:off x="0" y="0"/>
          <a:ext cx="0" cy="0"/>
          <a:chOff x="0" y="0"/>
          <a:chExt cx="0" cy="0"/>
        </a:xfrm>
      </p:grpSpPr>
      <p:sp>
        <p:nvSpPr>
          <p:cNvPr id="194" name="Google Shape;194;p31"/>
          <p:cNvSpPr txBox="1"/>
          <p:nvPr>
            <p:ph type="title"/>
          </p:nvPr>
        </p:nvSpPr>
        <p:spPr>
          <a:xfrm>
            <a:off x="1141413" y="609600"/>
            <a:ext cx="9905998"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31"/>
          <p:cNvSpPr txBox="1"/>
          <p:nvPr>
            <p:ph idx="1" type="body"/>
          </p:nvPr>
        </p:nvSpPr>
        <p:spPr>
          <a:xfrm>
            <a:off x="1141410" y="2674463"/>
            <a:ext cx="3196899"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196" name="Google Shape;196;p31"/>
          <p:cNvSpPr txBox="1"/>
          <p:nvPr>
            <p:ph idx="2" type="body"/>
          </p:nvPr>
        </p:nvSpPr>
        <p:spPr>
          <a:xfrm>
            <a:off x="1127918" y="3360263"/>
            <a:ext cx="3208735"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197" name="Google Shape;197;p31"/>
          <p:cNvSpPr txBox="1"/>
          <p:nvPr>
            <p:ph idx="3" type="body"/>
          </p:nvPr>
        </p:nvSpPr>
        <p:spPr>
          <a:xfrm>
            <a:off x="4514766" y="2677635"/>
            <a:ext cx="3184385"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198" name="Google Shape;198;p31"/>
          <p:cNvSpPr txBox="1"/>
          <p:nvPr>
            <p:ph idx="4" type="body"/>
          </p:nvPr>
        </p:nvSpPr>
        <p:spPr>
          <a:xfrm>
            <a:off x="4504213" y="3363435"/>
            <a:ext cx="3195830"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199" name="Google Shape;199;p31"/>
          <p:cNvSpPr txBox="1"/>
          <p:nvPr>
            <p:ph idx="5" type="body"/>
          </p:nvPr>
        </p:nvSpPr>
        <p:spPr>
          <a:xfrm>
            <a:off x="7852442" y="2674463"/>
            <a:ext cx="3194968"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000"/>
              <a:buNone/>
              <a:defRPr b="0" sz="24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00" name="Google Shape;200;p31"/>
          <p:cNvSpPr txBox="1"/>
          <p:nvPr>
            <p:ph idx="6" type="body"/>
          </p:nvPr>
        </p:nvSpPr>
        <p:spPr>
          <a:xfrm>
            <a:off x="7852442" y="3360263"/>
            <a:ext cx="3194968"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01" name="Google Shape;201;p3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3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3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4" name="Shape 204"/>
        <p:cNvGrpSpPr/>
        <p:nvPr/>
      </p:nvGrpSpPr>
      <p:grpSpPr>
        <a:xfrm>
          <a:off x="0" y="0"/>
          <a:ext cx="0" cy="0"/>
          <a:chOff x="0" y="0"/>
          <a:chExt cx="0" cy="0"/>
        </a:xfrm>
      </p:grpSpPr>
      <p:sp>
        <p:nvSpPr>
          <p:cNvPr id="205" name="Google Shape;205;p32"/>
          <p:cNvSpPr txBox="1"/>
          <p:nvPr>
            <p:ph type="title"/>
          </p:nvPr>
        </p:nvSpPr>
        <p:spPr>
          <a:xfrm>
            <a:off x="1141411" y="609600"/>
            <a:ext cx="9905999"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32"/>
          <p:cNvSpPr txBox="1"/>
          <p:nvPr>
            <p:ph idx="1" type="body"/>
          </p:nvPr>
        </p:nvSpPr>
        <p:spPr>
          <a:xfrm>
            <a:off x="1141413" y="4404596"/>
            <a:ext cx="3195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500"/>
              <a:buNone/>
              <a:defRPr b="0" sz="20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07" name="Google Shape;207;p32"/>
          <p:cNvSpPr/>
          <p:nvPr>
            <p:ph idx="2" type="pic"/>
          </p:nvPr>
        </p:nvSpPr>
        <p:spPr>
          <a:xfrm>
            <a:off x="1141413" y="2666998"/>
            <a:ext cx="3195240" cy="1524000"/>
          </a:xfrm>
          <a:prstGeom prst="round2DiagRect">
            <a:avLst>
              <a:gd fmla="val 16667"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08" name="Google Shape;208;p32"/>
          <p:cNvSpPr txBox="1"/>
          <p:nvPr>
            <p:ph idx="3" type="body"/>
          </p:nvPr>
        </p:nvSpPr>
        <p:spPr>
          <a:xfrm>
            <a:off x="1141413" y="4980858"/>
            <a:ext cx="3195240" cy="8178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09" name="Google Shape;209;p32"/>
          <p:cNvSpPr txBox="1"/>
          <p:nvPr>
            <p:ph idx="4" type="body"/>
          </p:nvPr>
        </p:nvSpPr>
        <p:spPr>
          <a:xfrm>
            <a:off x="4489053" y="4404596"/>
            <a:ext cx="320040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500"/>
              <a:buNone/>
              <a:defRPr b="0" sz="20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10" name="Google Shape;210;p32"/>
          <p:cNvSpPr/>
          <p:nvPr>
            <p:ph idx="5" type="pic"/>
          </p:nvPr>
        </p:nvSpPr>
        <p:spPr>
          <a:xfrm>
            <a:off x="4489053" y="2666998"/>
            <a:ext cx="3198940" cy="1524000"/>
          </a:xfrm>
          <a:prstGeom prst="round2DiagRect">
            <a:avLst>
              <a:gd fmla="val 16667"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1" name="Google Shape;211;p32"/>
          <p:cNvSpPr txBox="1"/>
          <p:nvPr>
            <p:ph idx="6" type="body"/>
          </p:nvPr>
        </p:nvSpPr>
        <p:spPr>
          <a:xfrm>
            <a:off x="4487593" y="4980857"/>
            <a:ext cx="3200400" cy="8103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12" name="Google Shape;212;p32"/>
          <p:cNvSpPr txBox="1"/>
          <p:nvPr>
            <p:ph idx="7" type="body"/>
          </p:nvPr>
        </p:nvSpPr>
        <p:spPr>
          <a:xfrm>
            <a:off x="7852567" y="4404595"/>
            <a:ext cx="3190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500"/>
              <a:buNone/>
              <a:defRPr b="0" sz="2000" cap="none">
                <a:solidFill>
                  <a:schemeClr val="lt1"/>
                </a:solidFill>
              </a:defRPr>
            </a:lvl1pPr>
            <a:lvl2pPr indent="-228600" lvl="1" marL="914400" algn="l">
              <a:lnSpc>
                <a:spcPct val="120000"/>
              </a:lnSpc>
              <a:spcBef>
                <a:spcPts val="500"/>
              </a:spcBef>
              <a:spcAft>
                <a:spcPts val="0"/>
              </a:spcAft>
              <a:buClr>
                <a:schemeClr val="lt1"/>
              </a:buClr>
              <a:buSzPts val="2500"/>
              <a:buNone/>
              <a:defRPr b="1" sz="2000"/>
            </a:lvl2pPr>
            <a:lvl3pPr indent="-228600" lvl="2" marL="1371600" algn="l">
              <a:lnSpc>
                <a:spcPct val="120000"/>
              </a:lnSpc>
              <a:spcBef>
                <a:spcPts val="500"/>
              </a:spcBef>
              <a:spcAft>
                <a:spcPts val="0"/>
              </a:spcAft>
              <a:buClr>
                <a:schemeClr val="lt1"/>
              </a:buClr>
              <a:buSzPts val="2250"/>
              <a:buNone/>
              <a:defRPr b="1" sz="1800"/>
            </a:lvl3pPr>
            <a:lvl4pPr indent="-228600" lvl="3" marL="1828800" algn="l">
              <a:lnSpc>
                <a:spcPct val="120000"/>
              </a:lnSpc>
              <a:spcBef>
                <a:spcPts val="500"/>
              </a:spcBef>
              <a:spcAft>
                <a:spcPts val="0"/>
              </a:spcAft>
              <a:buClr>
                <a:schemeClr val="lt1"/>
              </a:buClr>
              <a:buSzPts val="2000"/>
              <a:buNone/>
              <a:defRPr b="1" sz="1600"/>
            </a:lvl4pPr>
            <a:lvl5pPr indent="-228600" lvl="4" marL="2286000" algn="l">
              <a:lnSpc>
                <a:spcPct val="120000"/>
              </a:lnSpc>
              <a:spcBef>
                <a:spcPts val="500"/>
              </a:spcBef>
              <a:spcAft>
                <a:spcPts val="0"/>
              </a:spcAft>
              <a:buClr>
                <a:schemeClr val="lt1"/>
              </a:buClr>
              <a:buSzPts val="2000"/>
              <a:buNone/>
              <a:defRPr b="1" sz="1600"/>
            </a:lvl5pPr>
            <a:lvl6pPr indent="-228600" lvl="5" marL="2743200" algn="l">
              <a:lnSpc>
                <a:spcPct val="120000"/>
              </a:lnSpc>
              <a:spcBef>
                <a:spcPts val="500"/>
              </a:spcBef>
              <a:spcAft>
                <a:spcPts val="0"/>
              </a:spcAft>
              <a:buClr>
                <a:schemeClr val="lt1"/>
              </a:buClr>
              <a:buSzPts val="2000"/>
              <a:buNone/>
              <a:defRPr b="1" sz="1600"/>
            </a:lvl6pPr>
            <a:lvl7pPr indent="-228600" lvl="6" marL="3200400" algn="l">
              <a:lnSpc>
                <a:spcPct val="120000"/>
              </a:lnSpc>
              <a:spcBef>
                <a:spcPts val="500"/>
              </a:spcBef>
              <a:spcAft>
                <a:spcPts val="0"/>
              </a:spcAft>
              <a:buClr>
                <a:schemeClr val="lt1"/>
              </a:buClr>
              <a:buSzPts val="2000"/>
              <a:buNone/>
              <a:defRPr b="1" sz="1600"/>
            </a:lvl7pPr>
            <a:lvl8pPr indent="-228600" lvl="7" marL="3657600" algn="l">
              <a:lnSpc>
                <a:spcPct val="120000"/>
              </a:lnSpc>
              <a:spcBef>
                <a:spcPts val="500"/>
              </a:spcBef>
              <a:spcAft>
                <a:spcPts val="0"/>
              </a:spcAft>
              <a:buClr>
                <a:schemeClr val="lt1"/>
              </a:buClr>
              <a:buSzPts val="2000"/>
              <a:buNone/>
              <a:defRPr b="1" sz="1600"/>
            </a:lvl8pPr>
            <a:lvl9pPr indent="-228600" lvl="8" marL="4114800" algn="l">
              <a:lnSpc>
                <a:spcPct val="120000"/>
              </a:lnSpc>
              <a:spcBef>
                <a:spcPts val="500"/>
              </a:spcBef>
              <a:spcAft>
                <a:spcPts val="0"/>
              </a:spcAft>
              <a:buClr>
                <a:schemeClr val="lt1"/>
              </a:buClr>
              <a:buSzPts val="2000"/>
              <a:buNone/>
              <a:defRPr b="1" sz="1600"/>
            </a:lvl9pPr>
          </a:lstStyle>
          <a:p/>
        </p:txBody>
      </p:sp>
      <p:sp>
        <p:nvSpPr>
          <p:cNvPr id="213" name="Google Shape;213;p32"/>
          <p:cNvSpPr/>
          <p:nvPr>
            <p:ph idx="8" type="pic"/>
          </p:nvPr>
        </p:nvSpPr>
        <p:spPr>
          <a:xfrm>
            <a:off x="7852442" y="2666998"/>
            <a:ext cx="3194969" cy="1524000"/>
          </a:xfrm>
          <a:prstGeom prst="round2DiagRect">
            <a:avLst>
              <a:gd fmla="val 16667" name="adj1"/>
              <a:gd fmla="val 0" name="adj2"/>
            </a:avLst>
          </a:prstGeom>
          <a:noFill/>
          <a:ln cap="sq" cmpd="sng" w="19050">
            <a:solidFill>
              <a:srgbClr val="B3FFFF">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4" name="Google Shape;214;p32"/>
          <p:cNvSpPr txBox="1"/>
          <p:nvPr>
            <p:ph idx="9" type="body"/>
          </p:nvPr>
        </p:nvSpPr>
        <p:spPr>
          <a:xfrm>
            <a:off x="7852442" y="4980854"/>
            <a:ext cx="3194968" cy="81034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750"/>
              <a:buNone/>
              <a:defRPr sz="1400"/>
            </a:lvl1pPr>
            <a:lvl2pPr indent="-228600" lvl="1" marL="914400" algn="l">
              <a:lnSpc>
                <a:spcPct val="120000"/>
              </a:lnSpc>
              <a:spcBef>
                <a:spcPts val="500"/>
              </a:spcBef>
              <a:spcAft>
                <a:spcPts val="0"/>
              </a:spcAft>
              <a:buClr>
                <a:schemeClr val="lt1"/>
              </a:buClr>
              <a:buSzPts val="1500"/>
              <a:buNone/>
              <a:defRPr sz="1200"/>
            </a:lvl2pPr>
            <a:lvl3pPr indent="-228600" lvl="2" marL="1371600" algn="l">
              <a:lnSpc>
                <a:spcPct val="120000"/>
              </a:lnSpc>
              <a:spcBef>
                <a:spcPts val="500"/>
              </a:spcBef>
              <a:spcAft>
                <a:spcPts val="0"/>
              </a:spcAft>
              <a:buClr>
                <a:schemeClr val="lt1"/>
              </a:buClr>
              <a:buSzPts val="1250"/>
              <a:buNone/>
              <a:defRPr sz="1000"/>
            </a:lvl3pPr>
            <a:lvl4pPr indent="-228600" lvl="3" marL="1828800" algn="l">
              <a:lnSpc>
                <a:spcPct val="120000"/>
              </a:lnSpc>
              <a:spcBef>
                <a:spcPts val="500"/>
              </a:spcBef>
              <a:spcAft>
                <a:spcPts val="0"/>
              </a:spcAft>
              <a:buClr>
                <a:schemeClr val="lt1"/>
              </a:buClr>
              <a:buSzPts val="1125"/>
              <a:buNone/>
              <a:defRPr sz="900"/>
            </a:lvl4pPr>
            <a:lvl5pPr indent="-228600" lvl="4" marL="2286000" algn="l">
              <a:lnSpc>
                <a:spcPct val="120000"/>
              </a:lnSpc>
              <a:spcBef>
                <a:spcPts val="500"/>
              </a:spcBef>
              <a:spcAft>
                <a:spcPts val="0"/>
              </a:spcAft>
              <a:buClr>
                <a:schemeClr val="lt1"/>
              </a:buClr>
              <a:buSzPts val="1125"/>
              <a:buNone/>
              <a:defRPr sz="900"/>
            </a:lvl5pPr>
            <a:lvl6pPr indent="-228600" lvl="5" marL="2743200" algn="l">
              <a:lnSpc>
                <a:spcPct val="120000"/>
              </a:lnSpc>
              <a:spcBef>
                <a:spcPts val="500"/>
              </a:spcBef>
              <a:spcAft>
                <a:spcPts val="0"/>
              </a:spcAft>
              <a:buClr>
                <a:schemeClr val="lt1"/>
              </a:buClr>
              <a:buSzPts val="1125"/>
              <a:buNone/>
              <a:defRPr sz="900"/>
            </a:lvl6pPr>
            <a:lvl7pPr indent="-228600" lvl="6" marL="3200400" algn="l">
              <a:lnSpc>
                <a:spcPct val="120000"/>
              </a:lnSpc>
              <a:spcBef>
                <a:spcPts val="500"/>
              </a:spcBef>
              <a:spcAft>
                <a:spcPts val="0"/>
              </a:spcAft>
              <a:buClr>
                <a:schemeClr val="lt1"/>
              </a:buClr>
              <a:buSzPts val="1125"/>
              <a:buNone/>
              <a:defRPr sz="900"/>
            </a:lvl7pPr>
            <a:lvl8pPr indent="-228600" lvl="7" marL="3657600" algn="l">
              <a:lnSpc>
                <a:spcPct val="120000"/>
              </a:lnSpc>
              <a:spcBef>
                <a:spcPts val="500"/>
              </a:spcBef>
              <a:spcAft>
                <a:spcPts val="0"/>
              </a:spcAft>
              <a:buClr>
                <a:schemeClr val="lt1"/>
              </a:buClr>
              <a:buSzPts val="1125"/>
              <a:buNone/>
              <a:defRPr sz="900"/>
            </a:lvl8pPr>
            <a:lvl9pPr indent="-228600" lvl="8" marL="4114800" algn="l">
              <a:lnSpc>
                <a:spcPct val="120000"/>
              </a:lnSpc>
              <a:spcBef>
                <a:spcPts val="500"/>
              </a:spcBef>
              <a:spcAft>
                <a:spcPts val="0"/>
              </a:spcAft>
              <a:buClr>
                <a:schemeClr val="lt1"/>
              </a:buClr>
              <a:buSzPts val="1125"/>
              <a:buNone/>
              <a:defRPr sz="900"/>
            </a:lvl9pPr>
          </a:lstStyle>
          <a:p/>
        </p:txBody>
      </p:sp>
      <p:sp>
        <p:nvSpPr>
          <p:cNvPr id="215" name="Google Shape;215;p3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3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3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p33"/>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3"/>
          <p:cNvSpPr txBox="1"/>
          <p:nvPr>
            <p:ph idx="1" type="body"/>
          </p:nvPr>
        </p:nvSpPr>
        <p:spPr>
          <a:xfrm rot="5400000">
            <a:off x="4323555" y="-932655"/>
            <a:ext cx="3541714" cy="9905999"/>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221" name="Google Shape;221;p3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3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3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p34"/>
          <p:cNvSpPr txBox="1"/>
          <p:nvPr>
            <p:ph type="title"/>
          </p:nvPr>
        </p:nvSpPr>
        <p:spPr>
          <a:xfrm rot="5400000">
            <a:off x="7454105" y="2197894"/>
            <a:ext cx="5181601" cy="200501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34"/>
          <p:cNvSpPr txBox="1"/>
          <p:nvPr>
            <p:ph idx="1" type="body"/>
          </p:nvPr>
        </p:nvSpPr>
        <p:spPr>
          <a:xfrm rot="5400000">
            <a:off x="2424905" y="-673895"/>
            <a:ext cx="5181601" cy="7748590"/>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lt1"/>
              </a:buClr>
              <a:buSzPts val="2250"/>
              <a:buChar char="•"/>
              <a:defRPr/>
            </a:lvl1pPr>
            <a:lvl2pPr indent="-371475" lvl="1" marL="914400" algn="l">
              <a:lnSpc>
                <a:spcPct val="120000"/>
              </a:lnSpc>
              <a:spcBef>
                <a:spcPts val="500"/>
              </a:spcBef>
              <a:spcAft>
                <a:spcPts val="0"/>
              </a:spcAft>
              <a:buClr>
                <a:schemeClr val="lt1"/>
              </a:buClr>
              <a:buSzPts val="2250"/>
              <a:buChar char="•"/>
              <a:defRPr/>
            </a:lvl2pPr>
            <a:lvl3pPr indent="-371475" lvl="2" marL="1371600" algn="l">
              <a:lnSpc>
                <a:spcPct val="120000"/>
              </a:lnSpc>
              <a:spcBef>
                <a:spcPts val="500"/>
              </a:spcBef>
              <a:spcAft>
                <a:spcPts val="0"/>
              </a:spcAft>
              <a:buClr>
                <a:schemeClr val="lt1"/>
              </a:buClr>
              <a:buSzPts val="2250"/>
              <a:buChar char="•"/>
              <a:defRPr/>
            </a:lvl3pPr>
            <a:lvl4pPr indent="-371475" lvl="3" marL="1828800" algn="l">
              <a:lnSpc>
                <a:spcPct val="120000"/>
              </a:lnSpc>
              <a:spcBef>
                <a:spcPts val="500"/>
              </a:spcBef>
              <a:spcAft>
                <a:spcPts val="0"/>
              </a:spcAft>
              <a:buClr>
                <a:schemeClr val="lt1"/>
              </a:buClr>
              <a:buSzPts val="2250"/>
              <a:buChar char="•"/>
              <a:defRPr/>
            </a:lvl4pPr>
            <a:lvl5pPr indent="-371475" lvl="4" marL="2286000" algn="l">
              <a:lnSpc>
                <a:spcPct val="120000"/>
              </a:lnSpc>
              <a:spcBef>
                <a:spcPts val="500"/>
              </a:spcBef>
              <a:spcAft>
                <a:spcPts val="0"/>
              </a:spcAft>
              <a:buClr>
                <a:schemeClr val="lt1"/>
              </a:buClr>
              <a:buSzPts val="2250"/>
              <a:buChar char="•"/>
              <a:defRPr/>
            </a:lvl5pPr>
            <a:lvl6pPr indent="-371475" lvl="5" marL="2743200" algn="l">
              <a:lnSpc>
                <a:spcPct val="120000"/>
              </a:lnSpc>
              <a:spcBef>
                <a:spcPts val="500"/>
              </a:spcBef>
              <a:spcAft>
                <a:spcPts val="0"/>
              </a:spcAft>
              <a:buClr>
                <a:schemeClr val="lt1"/>
              </a:buClr>
              <a:buSzPts val="2250"/>
              <a:buChar char="•"/>
              <a:defRPr/>
            </a:lvl6pPr>
            <a:lvl7pPr indent="-371475" lvl="6" marL="3200400" algn="l">
              <a:lnSpc>
                <a:spcPct val="120000"/>
              </a:lnSpc>
              <a:spcBef>
                <a:spcPts val="500"/>
              </a:spcBef>
              <a:spcAft>
                <a:spcPts val="0"/>
              </a:spcAft>
              <a:buClr>
                <a:schemeClr val="lt1"/>
              </a:buClr>
              <a:buSzPts val="2250"/>
              <a:buChar char="•"/>
              <a:defRPr/>
            </a:lvl7pPr>
            <a:lvl8pPr indent="-371475" lvl="7" marL="3657600" algn="l">
              <a:lnSpc>
                <a:spcPct val="120000"/>
              </a:lnSpc>
              <a:spcBef>
                <a:spcPts val="500"/>
              </a:spcBef>
              <a:spcAft>
                <a:spcPts val="0"/>
              </a:spcAft>
              <a:buClr>
                <a:schemeClr val="lt1"/>
              </a:buClr>
              <a:buSzPts val="2250"/>
              <a:buChar char="•"/>
              <a:defRPr/>
            </a:lvl8pPr>
            <a:lvl9pPr indent="-371475" lvl="8" marL="4114800" algn="l">
              <a:lnSpc>
                <a:spcPct val="120000"/>
              </a:lnSpc>
              <a:spcBef>
                <a:spcPts val="500"/>
              </a:spcBef>
              <a:spcAft>
                <a:spcPts val="0"/>
              </a:spcAft>
              <a:buClr>
                <a:schemeClr val="lt1"/>
              </a:buClr>
              <a:buSzPts val="2250"/>
              <a:buChar char="•"/>
              <a:defRPr/>
            </a:lvl9pPr>
          </a:lstStyle>
          <a:p/>
        </p:txBody>
      </p:sp>
      <p:sp>
        <p:nvSpPr>
          <p:cNvPr id="227" name="Google Shape;227;p3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3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3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descr="\\DROBO-FS\QuickDrops\JB\PPTX NG\Droplets\LightingOverlay.png" id="6" name="Google Shape;6;p17"/>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7" name="Google Shape;7;p17"/>
          <p:cNvGrpSpPr/>
          <p:nvPr/>
        </p:nvGrpSpPr>
        <p:grpSpPr>
          <a:xfrm>
            <a:off x="-14288" y="0"/>
            <a:ext cx="12053888" cy="6858001"/>
            <a:chOff x="-14288" y="0"/>
            <a:chExt cx="12053888" cy="6858001"/>
          </a:xfrm>
        </p:grpSpPr>
        <p:grpSp>
          <p:nvGrpSpPr>
            <p:cNvPr id="8" name="Google Shape;8;p17"/>
            <p:cNvGrpSpPr/>
            <p:nvPr/>
          </p:nvGrpSpPr>
          <p:grpSpPr>
            <a:xfrm>
              <a:off x="-14288" y="0"/>
              <a:ext cx="1220788" cy="6858001"/>
              <a:chOff x="-14288" y="0"/>
              <a:chExt cx="1220788" cy="6858001"/>
            </a:xfrm>
          </p:grpSpPr>
          <p:sp>
            <p:nvSpPr>
              <p:cNvPr id="9" name="Google Shape;9;p17"/>
              <p:cNvSpPr/>
              <p:nvPr/>
            </p:nvSpPr>
            <p:spPr>
              <a:xfrm>
                <a:off x="114300" y="4763"/>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7"/>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7"/>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lt2"/>
                  </a:gs>
                  <a:gs pos="100000">
                    <a:srgbClr val="3B95DE"/>
                  </a:gs>
                </a:gsLst>
                <a:lin ang="5400000" scaled="0"/>
              </a:gradFill>
              <a:ln>
                <a:noFill/>
              </a:ln>
            </p:spPr>
          </p:sp>
          <p:sp>
            <p:nvSpPr>
              <p:cNvPr id="13" name="Google Shape;13;p17"/>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7"/>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lt2"/>
                  </a:gs>
                  <a:gs pos="100000">
                    <a:srgbClr val="3B95DE"/>
                  </a:gs>
                </a:gsLst>
                <a:lin ang="5400000" scaled="0"/>
              </a:gradFill>
              <a:ln>
                <a:noFill/>
              </a:ln>
            </p:spPr>
          </p:sp>
          <p:sp>
            <p:nvSpPr>
              <p:cNvPr id="15" name="Google Shape;15;p17"/>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95DE"/>
                  </a:gs>
                </a:gsLst>
                <a:lin ang="5400000" scaled="0"/>
              </a:gradFill>
              <a:ln>
                <a:noFill/>
              </a:ln>
            </p:spPr>
          </p:sp>
          <p:sp>
            <p:nvSpPr>
              <p:cNvPr id="16" name="Google Shape;16;p17"/>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7"/>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7"/>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lt2"/>
                  </a:gs>
                  <a:gs pos="100000">
                    <a:srgbClr val="3B95DE"/>
                  </a:gs>
                </a:gsLst>
                <a:lin ang="5400000" scaled="0"/>
              </a:gradFill>
              <a:ln>
                <a:noFill/>
              </a:ln>
            </p:spPr>
          </p:sp>
          <p:sp>
            <p:nvSpPr>
              <p:cNvPr id="19" name="Google Shape;19;p17"/>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 name="Google Shape;20;p17"/>
              <p:cNvCxnSpPr/>
              <p:nvPr/>
            </p:nvCxnSpPr>
            <p:spPr>
              <a:xfrm>
                <a:off x="-4763" y="9525"/>
                <a:ext cx="0" cy="0"/>
              </a:xfrm>
              <a:prstGeom prst="straightConnector1">
                <a:avLst/>
              </a:prstGeom>
              <a:gradFill>
                <a:gsLst>
                  <a:gs pos="0">
                    <a:schemeClr val="lt2"/>
                  </a:gs>
                  <a:gs pos="100000">
                    <a:srgbClr val="3B95DE"/>
                  </a:gs>
                </a:gsLst>
                <a:lin ang="5400000" scaled="0"/>
              </a:gradFill>
              <a:ln cap="flat" cmpd="sng" w="9525">
                <a:solidFill>
                  <a:srgbClr val="FFFFFF"/>
                </a:solidFill>
                <a:prstDash val="solid"/>
                <a:miter lim="800000"/>
                <a:headEnd len="med" w="med" type="none"/>
                <a:tailEnd len="med" w="med" type="none"/>
              </a:ln>
            </p:spPr>
          </p:cxnSp>
          <p:sp>
            <p:nvSpPr>
              <p:cNvPr id="21" name="Google Shape;21;p17"/>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lt2"/>
                  </a:gs>
                  <a:gs pos="100000">
                    <a:srgbClr val="3B95DE"/>
                  </a:gs>
                </a:gsLst>
                <a:lin ang="5400000" scaled="0"/>
              </a:gradFill>
              <a:ln>
                <a:noFill/>
              </a:ln>
            </p:spPr>
          </p:sp>
          <p:sp>
            <p:nvSpPr>
              <p:cNvPr id="22" name="Google Shape;22;p17"/>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lt2"/>
                  </a:gs>
                  <a:gs pos="100000">
                    <a:srgbClr val="3B95DE"/>
                  </a:gs>
                </a:gsLst>
                <a:lin ang="5400000" scaled="0"/>
              </a:gradFill>
              <a:ln>
                <a:noFill/>
              </a:ln>
            </p:spPr>
          </p:sp>
          <p:sp>
            <p:nvSpPr>
              <p:cNvPr id="23" name="Google Shape;23;p17"/>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95DE"/>
                  </a:gs>
                </a:gsLst>
                <a:lin ang="5400000" scaled="0"/>
              </a:gradFill>
              <a:ln>
                <a:noFill/>
              </a:ln>
            </p:spPr>
          </p:sp>
          <p:sp>
            <p:nvSpPr>
              <p:cNvPr id="24" name="Google Shape;24;p17"/>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7"/>
              <p:cNvSpPr/>
              <p:nvPr/>
            </p:nvSpPr>
            <p:spPr>
              <a:xfrm>
                <a:off x="133350" y="4662488"/>
                <a:ext cx="23813" cy="2181225"/>
              </a:xfrm>
              <a:prstGeom prst="rect">
                <a:avLst/>
              </a:pr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7"/>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lt2"/>
                  </a:gs>
                  <a:gs pos="100000">
                    <a:srgbClr val="3B95DE"/>
                  </a:gs>
                </a:gsLst>
                <a:lin ang="5400000" scaled="0"/>
              </a:gradFill>
              <a:ln>
                <a:noFill/>
              </a:ln>
            </p:spPr>
          </p:sp>
          <p:sp>
            <p:nvSpPr>
              <p:cNvPr id="27" name="Google Shape;27;p17"/>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7"/>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lt2"/>
                  </a:gs>
                  <a:gs pos="100000">
                    <a:srgbClr val="3B95DE"/>
                  </a:gs>
                </a:gsLst>
                <a:lin ang="5400000" scaled="0"/>
              </a:gradFill>
              <a:ln>
                <a:noFill/>
              </a:ln>
            </p:spPr>
          </p:sp>
          <p:sp>
            <p:nvSpPr>
              <p:cNvPr id="29" name="Google Shape;29;p17"/>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7"/>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lt2"/>
                  </a:gs>
                  <a:gs pos="100000">
                    <a:srgbClr val="3B95DE"/>
                  </a:gs>
                </a:gsLst>
                <a:lin ang="5400000" scaled="0"/>
              </a:gradFill>
              <a:ln>
                <a:noFill/>
              </a:ln>
            </p:spPr>
          </p:sp>
          <p:sp>
            <p:nvSpPr>
              <p:cNvPr id="31" name="Google Shape;31;p17"/>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95DE"/>
                  </a:gs>
                </a:gsLst>
                <a:lin ang="5400000" scaled="0"/>
              </a:gradFill>
              <a:ln>
                <a:noFill/>
              </a:ln>
            </p:spPr>
          </p:sp>
          <p:sp>
            <p:nvSpPr>
              <p:cNvPr id="32" name="Google Shape;32;p17"/>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7"/>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7"/>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lt2"/>
                  </a:gs>
                  <a:gs pos="100000">
                    <a:srgbClr val="3B95DE"/>
                  </a:gs>
                </a:gsLst>
                <a:lin ang="5400000" scaled="0"/>
              </a:gradFill>
              <a:ln>
                <a:noFill/>
              </a:ln>
            </p:spPr>
          </p:sp>
          <p:sp>
            <p:nvSpPr>
              <p:cNvPr id="35" name="Google Shape;35;p17"/>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95D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 name="Google Shape;36;p17"/>
            <p:cNvGrpSpPr/>
            <p:nvPr/>
          </p:nvGrpSpPr>
          <p:grpSpPr>
            <a:xfrm>
              <a:off x="11364912" y="0"/>
              <a:ext cx="674688" cy="6848476"/>
              <a:chOff x="11364912" y="0"/>
              <a:chExt cx="674688" cy="6848476"/>
            </a:xfrm>
          </p:grpSpPr>
          <p:sp>
            <p:nvSpPr>
              <p:cNvPr id="37" name="Google Shape;37;p17"/>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rgbClr val="82FFFF">
                      <a:alpha val="80000"/>
                    </a:srgbClr>
                  </a:gs>
                  <a:gs pos="100000">
                    <a:srgbClr val="3B95DE">
                      <a:alpha val="60000"/>
                    </a:srgbClr>
                  </a:gs>
                </a:gsLst>
                <a:lin ang="5400000" scaled="0"/>
              </a:gradFill>
              <a:ln>
                <a:noFill/>
              </a:ln>
            </p:spPr>
          </p:sp>
          <p:sp>
            <p:nvSpPr>
              <p:cNvPr id="38" name="Google Shape;38;p17"/>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7"/>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7"/>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rgbClr val="82FFFF">
                      <a:alpha val="80000"/>
                    </a:srgbClr>
                  </a:gs>
                  <a:gs pos="100000">
                    <a:srgbClr val="3B95DE">
                      <a:alpha val="60000"/>
                    </a:srgbClr>
                  </a:gs>
                </a:gsLst>
                <a:lin ang="5400000" scaled="0"/>
              </a:gradFill>
              <a:ln>
                <a:noFill/>
              </a:ln>
            </p:spPr>
          </p:sp>
          <p:sp>
            <p:nvSpPr>
              <p:cNvPr id="41" name="Google Shape;41;p17"/>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7"/>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82FFFF">
                      <a:alpha val="80000"/>
                    </a:srgbClr>
                  </a:gs>
                  <a:gs pos="100000">
                    <a:srgbClr val="3B95DE">
                      <a:alpha val="60000"/>
                    </a:srgbClr>
                  </a:gs>
                </a:gsLst>
                <a:lin ang="5400000" scaled="0"/>
              </a:gradFill>
              <a:ln>
                <a:noFill/>
              </a:ln>
            </p:spPr>
          </p:sp>
          <p:sp>
            <p:nvSpPr>
              <p:cNvPr id="43" name="Google Shape;43;p17"/>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7"/>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82FFFF">
                      <a:alpha val="80000"/>
                    </a:srgbClr>
                  </a:gs>
                  <a:gs pos="100000">
                    <a:srgbClr val="3B95DE">
                      <a:alpha val="60000"/>
                    </a:srgbClr>
                  </a:gs>
                </a:gsLst>
                <a:lin ang="5400000" scaled="0"/>
              </a:gradFill>
              <a:ln>
                <a:noFill/>
              </a:ln>
            </p:spPr>
          </p:sp>
          <p:sp>
            <p:nvSpPr>
              <p:cNvPr id="45" name="Google Shape;45;p17"/>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7"/>
              <p:cNvSpPr/>
              <p:nvPr/>
            </p:nvSpPr>
            <p:spPr>
              <a:xfrm>
                <a:off x="11939587" y="6596063"/>
                <a:ext cx="23813" cy="252413"/>
              </a:xfrm>
              <a:prstGeom prst="rect">
                <a:avLst/>
              </a:prstGeom>
              <a:gradFill>
                <a:gsLst>
                  <a:gs pos="0">
                    <a:srgbClr val="82FFFF">
                      <a:alpha val="80000"/>
                    </a:srgbClr>
                  </a:gs>
                  <a:gs pos="100000">
                    <a:srgbClr val="3B95DE">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 name="Google Shape;47;p17"/>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wentieth Century"/>
              <a:buNone/>
              <a:defRPr b="0" i="0" sz="3600" u="none" cap="none" strike="noStrike">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17"/>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20000"/>
              </a:lnSpc>
              <a:spcBef>
                <a:spcPts val="1000"/>
              </a:spcBef>
              <a:spcAft>
                <a:spcPts val="0"/>
              </a:spcAft>
              <a:buClr>
                <a:schemeClr val="lt1"/>
              </a:buClr>
              <a:buSzPts val="3000"/>
              <a:buFont typeface="Arial"/>
              <a:buChar char="•"/>
              <a:defRPr b="0" i="0" sz="2400" u="none" cap="none" strike="noStrike">
                <a:solidFill>
                  <a:schemeClr val="lt1"/>
                </a:solidFill>
                <a:latin typeface="Twentieth Century"/>
                <a:ea typeface="Twentieth Century"/>
                <a:cs typeface="Twentieth Century"/>
                <a:sym typeface="Twentieth Century"/>
              </a:defRPr>
            </a:lvl1pPr>
            <a:lvl2pPr indent="-387350" lvl="1" marL="914400" marR="0" rtl="0" algn="l">
              <a:lnSpc>
                <a:spcPct val="120000"/>
              </a:lnSpc>
              <a:spcBef>
                <a:spcPts val="500"/>
              </a:spcBef>
              <a:spcAft>
                <a:spcPts val="0"/>
              </a:spcAft>
              <a:buClr>
                <a:schemeClr val="lt1"/>
              </a:buClr>
              <a:buSzPts val="2500"/>
              <a:buFont typeface="Arial"/>
              <a:buChar char="•"/>
              <a:defRPr b="0" i="0" sz="2000" u="none" cap="none" strike="noStrike">
                <a:solidFill>
                  <a:schemeClr val="lt1"/>
                </a:solidFill>
                <a:latin typeface="Twentieth Century"/>
                <a:ea typeface="Twentieth Century"/>
                <a:cs typeface="Twentieth Century"/>
                <a:sym typeface="Twentieth Century"/>
              </a:defRPr>
            </a:lvl2pPr>
            <a:lvl3pPr indent="-371475" lvl="2" marL="1371600" marR="0" rtl="0" algn="l">
              <a:lnSpc>
                <a:spcPct val="120000"/>
              </a:lnSpc>
              <a:spcBef>
                <a:spcPts val="500"/>
              </a:spcBef>
              <a:spcAft>
                <a:spcPts val="0"/>
              </a:spcAft>
              <a:buClr>
                <a:schemeClr val="lt1"/>
              </a:buClr>
              <a:buSzPts val="2250"/>
              <a:buFont typeface="Arial"/>
              <a:buChar char="•"/>
              <a:defRPr b="0" i="0" sz="1800" u="none" cap="none" strike="noStrike">
                <a:solidFill>
                  <a:schemeClr val="lt1"/>
                </a:solidFill>
                <a:latin typeface="Twentieth Century"/>
                <a:ea typeface="Twentieth Century"/>
                <a:cs typeface="Twentieth Century"/>
                <a:sym typeface="Twentieth Century"/>
              </a:defRPr>
            </a:lvl3pPr>
            <a:lvl4pPr indent="-355600" lvl="3" marL="1828800" marR="0" rtl="0" algn="l">
              <a:lnSpc>
                <a:spcPct val="120000"/>
              </a:lnSpc>
              <a:spcBef>
                <a:spcPts val="500"/>
              </a:spcBef>
              <a:spcAft>
                <a:spcPts val="0"/>
              </a:spcAft>
              <a:buClr>
                <a:schemeClr val="lt1"/>
              </a:buClr>
              <a:buSzPts val="2000"/>
              <a:buFont typeface="Arial"/>
              <a:buChar char="•"/>
              <a:defRPr b="0" i="0" sz="1600" u="none" cap="none" strike="noStrike">
                <a:solidFill>
                  <a:schemeClr val="lt1"/>
                </a:solidFill>
                <a:latin typeface="Twentieth Century"/>
                <a:ea typeface="Twentieth Century"/>
                <a:cs typeface="Twentieth Century"/>
                <a:sym typeface="Twentieth Century"/>
              </a:defRPr>
            </a:lvl4pPr>
            <a:lvl5pPr indent="-355600" lvl="4" marL="2286000" marR="0" rtl="0" algn="l">
              <a:lnSpc>
                <a:spcPct val="120000"/>
              </a:lnSpc>
              <a:spcBef>
                <a:spcPts val="500"/>
              </a:spcBef>
              <a:spcAft>
                <a:spcPts val="0"/>
              </a:spcAft>
              <a:buClr>
                <a:schemeClr val="lt1"/>
              </a:buClr>
              <a:buSzPts val="2000"/>
              <a:buFont typeface="Arial"/>
              <a:buChar char="•"/>
              <a:defRPr b="0" i="0" sz="1600" u="none" cap="none" strike="noStrike">
                <a:solidFill>
                  <a:schemeClr val="lt1"/>
                </a:solidFill>
                <a:latin typeface="Twentieth Century"/>
                <a:ea typeface="Twentieth Century"/>
                <a:cs typeface="Twentieth Century"/>
                <a:sym typeface="Twentieth Century"/>
              </a:defRPr>
            </a:lvl5pPr>
            <a:lvl6pPr indent="-339725" lvl="5" marL="27432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6pPr>
            <a:lvl7pPr indent="-339725" lvl="6" marL="32004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7pPr>
            <a:lvl8pPr indent="-339725" lvl="7" marL="36576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8pPr>
            <a:lvl9pPr indent="-339725" lvl="8" marL="41148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9pPr>
          </a:lstStyle>
          <a:p/>
        </p:txBody>
      </p:sp>
      <p:sp>
        <p:nvSpPr>
          <p:cNvPr id="49" name="Google Shape;49;p1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50" name="Google Shape;50;p1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51" name="Google Shape;51;p1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1pPr>
            <a:lvl2pPr indent="0" lvl="1"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2pPr>
            <a:lvl3pPr indent="0" lvl="2"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3pPr>
            <a:lvl4pPr indent="0" lvl="3"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4pPr>
            <a:lvl5pPr indent="0" lvl="4"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5pPr>
            <a:lvl6pPr indent="0" lvl="5"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6pPr>
            <a:lvl7pPr indent="0" lvl="6"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7pPr>
            <a:lvl8pPr indent="0" lvl="7"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8pPr>
            <a:lvl9pPr indent="0" lvl="8"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
          <p:cNvSpPr txBox="1"/>
          <p:nvPr>
            <p:ph type="ctrTitle"/>
          </p:nvPr>
        </p:nvSpPr>
        <p:spPr>
          <a:xfrm>
            <a:off x="1876424" y="1122363"/>
            <a:ext cx="8791575"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494949"/>
              </a:buClr>
              <a:buSzPct val="100000"/>
              <a:buFont typeface="Arial Rounded"/>
              <a:buNone/>
            </a:pPr>
            <a:r>
              <a:rPr i="0" lang="en-US" sz="4000" u="sng" strike="noStrike">
                <a:solidFill>
                  <a:srgbClr val="494949"/>
                </a:solidFill>
                <a:latin typeface="Arial Rounded"/>
                <a:ea typeface="Arial Rounded"/>
                <a:cs typeface="Arial Rounded"/>
                <a:sym typeface="Arial Rounded"/>
              </a:rPr>
              <a:t>SYMMETRIC  KEY CRYPTOGRAPHY</a:t>
            </a:r>
            <a:br>
              <a:rPr b="0" lang="en-US"/>
            </a:br>
            <a:br>
              <a:rPr lang="en-US"/>
            </a:br>
            <a:endParaRPr/>
          </a:p>
        </p:txBody>
      </p:sp>
      <p:sp>
        <p:nvSpPr>
          <p:cNvPr id="235" name="Google Shape;235;p1"/>
          <p:cNvSpPr txBox="1"/>
          <p:nvPr>
            <p:ph idx="1" type="subTitle"/>
          </p:nvPr>
        </p:nvSpPr>
        <p:spPr>
          <a:xfrm>
            <a:off x="6369600" y="3742400"/>
            <a:ext cx="5395800" cy="29634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20000"/>
              </a:lnSpc>
              <a:spcBef>
                <a:spcPts val="0"/>
              </a:spcBef>
              <a:spcAft>
                <a:spcPts val="0"/>
              </a:spcAft>
              <a:buClr>
                <a:schemeClr val="lt2"/>
              </a:buClr>
              <a:buSzPct val="34310"/>
              <a:buNone/>
            </a:pPr>
            <a:r>
              <a:rPr lang="en-US"/>
              <a:t>				</a:t>
            </a:r>
            <a:r>
              <a:rPr lang="en-US" u="sng"/>
              <a:t>	</a:t>
            </a:r>
            <a:r>
              <a:rPr lang="en-US" sz="7286" u="sng">
                <a:solidFill>
                  <a:schemeClr val="lt1"/>
                </a:solidFill>
                <a:latin typeface="Trebuchet MS"/>
                <a:ea typeface="Trebuchet MS"/>
                <a:cs typeface="Trebuchet MS"/>
                <a:sym typeface="Trebuchet MS"/>
              </a:rPr>
              <a:t>PREPARED BY  :</a:t>
            </a:r>
            <a:endParaRPr sz="7286" u="sng">
              <a:solidFill>
                <a:schemeClr val="lt1"/>
              </a:solidFill>
              <a:latin typeface="Trebuchet MS"/>
              <a:ea typeface="Trebuchet MS"/>
              <a:cs typeface="Trebuchet MS"/>
              <a:sym typeface="Trebuchet MS"/>
            </a:endParaRPr>
          </a:p>
          <a:p>
            <a:pPr indent="0" lvl="0" marL="0" rtl="0" algn="l">
              <a:lnSpc>
                <a:spcPct val="120000"/>
              </a:lnSpc>
              <a:spcBef>
                <a:spcPts val="1000"/>
              </a:spcBef>
              <a:spcAft>
                <a:spcPts val="0"/>
              </a:spcAft>
              <a:buClr>
                <a:schemeClr val="lt2"/>
              </a:buClr>
              <a:buSzPct val="34310"/>
              <a:buNone/>
            </a:pPr>
            <a:r>
              <a:rPr lang="en-US" sz="7286">
                <a:solidFill>
                  <a:schemeClr val="lt1"/>
                </a:solidFill>
                <a:latin typeface="Trebuchet MS"/>
                <a:ea typeface="Trebuchet MS"/>
                <a:cs typeface="Trebuchet MS"/>
                <a:sym typeface="Trebuchet MS"/>
              </a:rPr>
              <a:t>					</a:t>
            </a:r>
            <a:r>
              <a:rPr lang="en-US" sz="7286">
                <a:solidFill>
                  <a:schemeClr val="lt1"/>
                </a:solidFill>
                <a:latin typeface="Trebuchet MS"/>
                <a:ea typeface="Trebuchet MS"/>
                <a:cs typeface="Trebuchet MS"/>
                <a:sym typeface="Trebuchet MS"/>
              </a:rPr>
              <a:t>02 - Nidhi Adroja</a:t>
            </a:r>
            <a:endParaRPr sz="7286">
              <a:solidFill>
                <a:schemeClr val="lt1"/>
              </a:solidFill>
              <a:latin typeface="Trebuchet MS"/>
              <a:ea typeface="Trebuchet MS"/>
              <a:cs typeface="Trebuchet MS"/>
              <a:sym typeface="Trebuchet MS"/>
            </a:endParaRPr>
          </a:p>
          <a:p>
            <a:pPr indent="0" lvl="0" marL="0" rtl="0" algn="l">
              <a:spcBef>
                <a:spcPts val="1000"/>
              </a:spcBef>
              <a:spcAft>
                <a:spcPts val="0"/>
              </a:spcAft>
              <a:buClr>
                <a:schemeClr val="lt2"/>
              </a:buClr>
              <a:buSzPct val="34310"/>
              <a:buNone/>
            </a:pPr>
            <a:r>
              <a:rPr lang="en-US" sz="7286">
                <a:solidFill>
                  <a:schemeClr val="lt1"/>
                </a:solidFill>
                <a:latin typeface="Trebuchet MS"/>
                <a:ea typeface="Trebuchet MS"/>
                <a:cs typeface="Trebuchet MS"/>
                <a:sym typeface="Trebuchet MS"/>
              </a:rPr>
              <a:t>					71 - Dhanvi Vasoya</a:t>
            </a:r>
            <a:endParaRPr sz="7286">
              <a:solidFill>
                <a:schemeClr val="lt1"/>
              </a:solidFill>
              <a:latin typeface="Trebuchet MS"/>
              <a:ea typeface="Trebuchet MS"/>
              <a:cs typeface="Trebuchet MS"/>
              <a:sym typeface="Trebuchet MS"/>
            </a:endParaRPr>
          </a:p>
          <a:p>
            <a:pPr indent="457200" lvl="0" marL="1828800" rtl="0" algn="l">
              <a:spcBef>
                <a:spcPts val="1000"/>
              </a:spcBef>
              <a:spcAft>
                <a:spcPts val="0"/>
              </a:spcAft>
              <a:buClr>
                <a:schemeClr val="lt2"/>
              </a:buClr>
              <a:buSzPct val="34310"/>
              <a:buNone/>
            </a:pPr>
            <a:r>
              <a:rPr lang="en-US" sz="7286">
                <a:solidFill>
                  <a:schemeClr val="lt1"/>
                </a:solidFill>
                <a:latin typeface="Trebuchet MS"/>
                <a:ea typeface="Trebuchet MS"/>
                <a:cs typeface="Trebuchet MS"/>
                <a:sym typeface="Trebuchet MS"/>
              </a:rPr>
              <a:t>40 - Asti Paladiya</a:t>
            </a:r>
            <a:endParaRPr sz="7286">
              <a:solidFill>
                <a:schemeClr val="lt1"/>
              </a:solidFill>
              <a:latin typeface="Trebuchet MS"/>
              <a:ea typeface="Trebuchet MS"/>
              <a:cs typeface="Trebuchet MS"/>
              <a:sym typeface="Trebuchet MS"/>
            </a:endParaRPr>
          </a:p>
          <a:p>
            <a:pPr indent="457200" lvl="0" marL="1828800" rtl="0" algn="l">
              <a:lnSpc>
                <a:spcPct val="120000"/>
              </a:lnSpc>
              <a:spcBef>
                <a:spcPts val="1000"/>
              </a:spcBef>
              <a:spcAft>
                <a:spcPts val="0"/>
              </a:spcAft>
              <a:buClr>
                <a:schemeClr val="lt2"/>
              </a:buClr>
              <a:buSzPct val="34310"/>
              <a:buNone/>
            </a:pPr>
            <a:r>
              <a:rPr lang="en-US" sz="7286">
                <a:solidFill>
                  <a:schemeClr val="lt1"/>
                </a:solidFill>
                <a:latin typeface="Trebuchet MS"/>
                <a:ea typeface="Trebuchet MS"/>
                <a:cs typeface="Trebuchet MS"/>
                <a:sym typeface="Trebuchet MS"/>
              </a:rPr>
              <a:t>72 - </a:t>
            </a:r>
            <a:r>
              <a:rPr lang="en-US" sz="7286">
                <a:solidFill>
                  <a:schemeClr val="lt1"/>
                </a:solidFill>
                <a:latin typeface="Trebuchet MS"/>
                <a:ea typeface="Trebuchet MS"/>
                <a:cs typeface="Trebuchet MS"/>
                <a:sym typeface="Trebuchet MS"/>
              </a:rPr>
              <a:t>Priyanka</a:t>
            </a:r>
            <a:r>
              <a:rPr lang="en-US" sz="7286">
                <a:solidFill>
                  <a:schemeClr val="lt1"/>
                </a:solidFill>
                <a:latin typeface="Trebuchet MS"/>
                <a:ea typeface="Trebuchet MS"/>
                <a:cs typeface="Trebuchet MS"/>
                <a:sym typeface="Trebuchet MS"/>
              </a:rPr>
              <a:t> Vastarpara </a:t>
            </a:r>
            <a:endParaRPr sz="7286">
              <a:solidFill>
                <a:schemeClr val="lt1"/>
              </a:solidFill>
              <a:latin typeface="Trebuchet MS"/>
              <a:ea typeface="Trebuchet MS"/>
              <a:cs typeface="Trebuchet MS"/>
              <a:sym typeface="Trebuchet MS"/>
            </a:endParaRPr>
          </a:p>
          <a:p>
            <a:pPr indent="0" lvl="0" marL="0" rtl="0" algn="l">
              <a:lnSpc>
                <a:spcPct val="120000"/>
              </a:lnSpc>
              <a:spcBef>
                <a:spcPts val="1000"/>
              </a:spcBef>
              <a:spcAft>
                <a:spcPts val="0"/>
              </a:spcAft>
              <a:buClr>
                <a:schemeClr val="lt2"/>
              </a:buClr>
              <a:buSzPct val="34310"/>
              <a:buNone/>
            </a:pPr>
            <a:r>
              <a:rPr lang="en-US" sz="7286">
                <a:solidFill>
                  <a:schemeClr val="lt1"/>
                </a:solidFill>
                <a:latin typeface="Trebuchet MS"/>
                <a:ea typeface="Trebuchet MS"/>
                <a:cs typeface="Trebuchet MS"/>
                <a:sym typeface="Trebuchet MS"/>
              </a:rPr>
              <a:t>					73 - Dhruvi Vavadiya </a:t>
            </a:r>
            <a:endParaRPr sz="7286">
              <a:solidFill>
                <a:schemeClr val="lt1"/>
              </a:solidFill>
              <a:latin typeface="Trebuchet MS"/>
              <a:ea typeface="Trebuchet MS"/>
              <a:cs typeface="Trebuchet MS"/>
              <a:sym typeface="Trebuchet MS"/>
            </a:endParaRPr>
          </a:p>
          <a:p>
            <a:pPr indent="0" lvl="0" marL="0" rtl="0" algn="l">
              <a:lnSpc>
                <a:spcPct val="120000"/>
              </a:lnSpc>
              <a:spcBef>
                <a:spcPts val="1000"/>
              </a:spcBef>
              <a:spcAft>
                <a:spcPts val="0"/>
              </a:spcAft>
              <a:buClr>
                <a:schemeClr val="lt2"/>
              </a:buClr>
              <a:buSzPct val="125000"/>
              <a:buNone/>
            </a:pPr>
            <a:r>
              <a:rPr lang="en-US">
                <a:solidFill>
                  <a:schemeClr val="lt1"/>
                </a:solidFill>
                <a:latin typeface="Trebuchet MS"/>
                <a:ea typeface="Trebuchet MS"/>
                <a:cs typeface="Trebuchet MS"/>
                <a:sym typeface="Trebuchet MS"/>
              </a:rPr>
              <a:t>				</a:t>
            </a:r>
            <a:endParaRPr>
              <a:solidFill>
                <a:schemeClr val="lt1"/>
              </a:solidFill>
              <a:latin typeface="Trebuchet MS"/>
              <a:ea typeface="Trebuchet MS"/>
              <a:cs typeface="Trebuchet MS"/>
              <a:sym typeface="Trebuchet MS"/>
            </a:endParaRPr>
          </a:p>
          <a:p>
            <a:pPr indent="0" lvl="0" marL="0" rtl="0" algn="l">
              <a:lnSpc>
                <a:spcPct val="120000"/>
              </a:lnSpc>
              <a:spcBef>
                <a:spcPts val="1000"/>
              </a:spcBef>
              <a:spcAft>
                <a:spcPts val="0"/>
              </a:spcAft>
              <a:buClr>
                <a:schemeClr val="lt2"/>
              </a:buClr>
              <a:buSzPct val="125000"/>
              <a:buNone/>
            </a:pPr>
            <a:r>
              <a:rPr lang="en-US">
                <a:solidFill>
                  <a:schemeClr val="lt1"/>
                </a:solidFill>
              </a:rPr>
              <a:t>					</a:t>
            </a:r>
            <a:endParaRPr>
              <a:solidFill>
                <a:schemeClr val="lt1"/>
              </a:solidFill>
            </a:endParaRPr>
          </a:p>
          <a:p>
            <a:pPr indent="0" lvl="0" marL="0" rtl="0" algn="l">
              <a:lnSpc>
                <a:spcPct val="120000"/>
              </a:lnSpc>
              <a:spcBef>
                <a:spcPts val="1000"/>
              </a:spcBef>
              <a:spcAft>
                <a:spcPts val="0"/>
              </a:spcAft>
              <a:buClr>
                <a:schemeClr val="lt2"/>
              </a:buClr>
              <a:buSzPct val="125000"/>
              <a:buNone/>
            </a:pPr>
            <a:r>
              <a:rPr lang="en-US">
                <a:solidFill>
                  <a:schemeClr val="lt1"/>
                </a:solidFill>
              </a:rPr>
              <a:t>					</a:t>
            </a:r>
            <a:endParaRPr>
              <a:solidFill>
                <a:schemeClr val="lt1"/>
              </a:solidFill>
            </a:endParaRPr>
          </a:p>
          <a:p>
            <a:pPr indent="0" lvl="0" marL="0" rtl="0" algn="l">
              <a:lnSpc>
                <a:spcPct val="120000"/>
              </a:lnSpc>
              <a:spcBef>
                <a:spcPts val="1000"/>
              </a:spcBef>
              <a:spcAft>
                <a:spcPts val="0"/>
              </a:spcAft>
              <a:buClr>
                <a:schemeClr val="lt2"/>
              </a:buClr>
              <a:buSzPct val="125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 name="Shape 239"/>
        <p:cNvGrpSpPr/>
        <p:nvPr/>
      </p:nvGrpSpPr>
      <p:grpSpPr>
        <a:xfrm>
          <a:off x="0" y="0"/>
          <a:ext cx="0" cy="0"/>
          <a:chOff x="0" y="0"/>
          <a:chExt cx="0" cy="0"/>
        </a:xfrm>
      </p:grpSpPr>
      <p:sp>
        <p:nvSpPr>
          <p:cNvPr id="240" name="Google Shape;240;p2"/>
          <p:cNvSpPr txBox="1"/>
          <p:nvPr>
            <p:ph type="title"/>
          </p:nvPr>
        </p:nvSpPr>
        <p:spPr>
          <a:xfrm>
            <a:off x="1050200" y="229168"/>
            <a:ext cx="9906000" cy="147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1800"/>
              <a:buFont typeface="Arial"/>
              <a:buNone/>
            </a:pPr>
            <a:r>
              <a:rPr b="1" i="0" lang="en-US" sz="3400" u="none" strike="noStrike">
                <a:solidFill>
                  <a:srgbClr val="000000"/>
                </a:solidFill>
                <a:latin typeface="Arial"/>
                <a:ea typeface="Arial"/>
                <a:cs typeface="Arial"/>
                <a:sym typeface="Arial"/>
              </a:rPr>
              <a:t>CRYPTOGRAPHY</a:t>
            </a:r>
            <a:endParaRPr sz="5200"/>
          </a:p>
        </p:txBody>
      </p:sp>
      <p:sp>
        <p:nvSpPr>
          <p:cNvPr id="241" name="Google Shape;241;p2"/>
          <p:cNvSpPr txBox="1"/>
          <p:nvPr>
            <p:ph idx="1" type="body"/>
          </p:nvPr>
        </p:nvSpPr>
        <p:spPr>
          <a:xfrm>
            <a:off x="1143000" y="1658100"/>
            <a:ext cx="9906000" cy="4616100"/>
          </a:xfrm>
          <a:prstGeom prst="rect">
            <a:avLst/>
          </a:prstGeom>
          <a:noFill/>
          <a:ln>
            <a:noFill/>
          </a:ln>
        </p:spPr>
        <p:txBody>
          <a:bodyPr anchorCtr="0" anchor="t" bIns="45700" lIns="91425" spcFirstLastPara="1" rIns="91425" wrap="square" tIns="45700">
            <a:noAutofit/>
          </a:bodyPr>
          <a:lstStyle/>
          <a:p>
            <a:pPr indent="-196850" lvl="0" marL="228600" rtl="0" algn="just">
              <a:lnSpc>
                <a:spcPct val="120000"/>
              </a:lnSpc>
              <a:spcBef>
                <a:spcPts val="0"/>
              </a:spcBef>
              <a:spcAft>
                <a:spcPts val="0"/>
              </a:spcAft>
              <a:buClr>
                <a:srgbClr val="000000"/>
              </a:buClr>
              <a:buSzPts val="2000"/>
              <a:buChar char="●"/>
            </a:pPr>
            <a:r>
              <a:rPr b="1" i="0" lang="en-US" sz="2000" u="none" strike="noStrike">
                <a:solidFill>
                  <a:srgbClr val="000000"/>
                </a:solidFill>
                <a:latin typeface="Arial"/>
                <a:ea typeface="Arial"/>
                <a:cs typeface="Arial"/>
                <a:sym typeface="Arial"/>
              </a:rPr>
              <a:t> </a:t>
            </a:r>
            <a:r>
              <a:rPr b="1" i="0" lang="en-US" u="none" strike="noStrike">
                <a:solidFill>
                  <a:srgbClr val="000000"/>
                </a:solidFill>
                <a:latin typeface="Arial"/>
                <a:ea typeface="Arial"/>
                <a:cs typeface="Arial"/>
                <a:sym typeface="Arial"/>
              </a:rPr>
              <a:t>Definition :</a:t>
            </a:r>
            <a:endParaRPr b="1">
              <a:latin typeface="Arial"/>
              <a:ea typeface="Arial"/>
              <a:cs typeface="Arial"/>
              <a:sym typeface="Arial"/>
            </a:endParaRPr>
          </a:p>
          <a:p>
            <a:pPr indent="-212725" lvl="1" marL="685800" rtl="0" algn="just">
              <a:lnSpc>
                <a:spcPct val="120000"/>
              </a:lnSpc>
              <a:spcBef>
                <a:spcPts val="0"/>
              </a:spcBef>
              <a:spcAft>
                <a:spcPts val="0"/>
              </a:spcAft>
              <a:buClr>
                <a:srgbClr val="000000"/>
              </a:buClr>
              <a:buSzPts val="2000"/>
              <a:buChar char="○"/>
            </a:pPr>
            <a:r>
              <a:rPr i="0" lang="en-US" u="none" strike="noStrike">
                <a:solidFill>
                  <a:srgbClr val="000000"/>
                </a:solidFill>
                <a:latin typeface="Arial"/>
                <a:ea typeface="Arial"/>
                <a:cs typeface="Arial"/>
                <a:sym typeface="Arial"/>
              </a:rPr>
              <a:t>Cryptography is the practice and study of techniques for securing communication and information by transforming data into a format that can only be read or understood by those who have the proper key to decrypt it. </a:t>
            </a:r>
            <a:endParaRPr i="0" u="none" strike="noStrike">
              <a:solidFill>
                <a:srgbClr val="000000"/>
              </a:solidFill>
              <a:latin typeface="Arial"/>
              <a:ea typeface="Arial"/>
              <a:cs typeface="Arial"/>
              <a:sym typeface="Arial"/>
            </a:endParaRPr>
          </a:p>
          <a:p>
            <a:pPr indent="-212725" lvl="1" marL="685800" rtl="0" algn="just">
              <a:lnSpc>
                <a:spcPct val="120000"/>
              </a:lnSpc>
              <a:spcBef>
                <a:spcPts val="0"/>
              </a:spcBef>
              <a:spcAft>
                <a:spcPts val="0"/>
              </a:spcAft>
              <a:buClr>
                <a:srgbClr val="000000"/>
              </a:buClr>
              <a:buSzPts val="2000"/>
              <a:buChar char="○"/>
            </a:pPr>
            <a:r>
              <a:rPr i="0" lang="en-US" u="none" strike="noStrike">
                <a:solidFill>
                  <a:srgbClr val="000000"/>
                </a:solidFill>
                <a:latin typeface="Arial"/>
                <a:ea typeface="Arial"/>
                <a:cs typeface="Arial"/>
                <a:sym typeface="Arial"/>
              </a:rPr>
              <a:t>It involves methods such as encryption, decryption, and the use of algorithms to protect the confidentiality, integrity, and authenticity of information from unauthorized access or tampering.</a:t>
            </a:r>
            <a:endParaRPr i="0" u="none" strike="noStrike">
              <a:solidFill>
                <a:srgbClr val="000000"/>
              </a:solidFill>
              <a:latin typeface="Arial"/>
              <a:ea typeface="Arial"/>
              <a:cs typeface="Arial"/>
              <a:sym typeface="Arial"/>
            </a:endParaRPr>
          </a:p>
          <a:p>
            <a:pPr indent="0" lvl="0" marL="685800" rtl="0" algn="just">
              <a:lnSpc>
                <a:spcPct val="120000"/>
              </a:lnSpc>
              <a:spcBef>
                <a:spcPts val="0"/>
              </a:spcBef>
              <a:spcAft>
                <a:spcPts val="0"/>
              </a:spcAft>
              <a:buNone/>
            </a:pPr>
            <a:r>
              <a:t/>
            </a:r>
            <a:endParaRPr sz="1900">
              <a:solidFill>
                <a:srgbClr val="000000"/>
              </a:solidFill>
              <a:latin typeface="Arial"/>
              <a:ea typeface="Arial"/>
              <a:cs typeface="Arial"/>
              <a:sym typeface="Arial"/>
            </a:endParaRPr>
          </a:p>
          <a:p>
            <a:pPr indent="-209550" lvl="0" marL="228600" rtl="0" algn="just">
              <a:lnSpc>
                <a:spcPct val="120000"/>
              </a:lnSpc>
              <a:spcBef>
                <a:spcPts val="0"/>
              </a:spcBef>
              <a:spcAft>
                <a:spcPts val="0"/>
              </a:spcAft>
              <a:buClr>
                <a:srgbClr val="000000"/>
              </a:buClr>
              <a:buSzPts val="2200"/>
              <a:buChar char="●"/>
            </a:pPr>
            <a:r>
              <a:rPr b="1" i="0" lang="en-US" u="none" strike="noStrike">
                <a:solidFill>
                  <a:srgbClr val="000000"/>
                </a:solidFill>
                <a:latin typeface="Arial"/>
                <a:ea typeface="Arial"/>
                <a:cs typeface="Arial"/>
                <a:sym typeface="Arial"/>
              </a:rPr>
              <a:t> </a:t>
            </a:r>
            <a:r>
              <a:rPr b="1" i="0" lang="en-US" u="none" strike="noStrike">
                <a:solidFill>
                  <a:srgbClr val="000000"/>
                </a:solidFill>
                <a:latin typeface="Arial"/>
                <a:ea typeface="Arial"/>
                <a:cs typeface="Arial"/>
                <a:sym typeface="Arial"/>
              </a:rPr>
              <a:t>Importance</a:t>
            </a:r>
            <a:r>
              <a:rPr b="1" i="0" lang="en-US" sz="2200" u="none" strike="noStrike">
                <a:solidFill>
                  <a:srgbClr val="000000"/>
                </a:solidFill>
                <a:latin typeface="Arial"/>
                <a:ea typeface="Arial"/>
                <a:cs typeface="Arial"/>
                <a:sym typeface="Arial"/>
              </a:rPr>
              <a:t>: </a:t>
            </a:r>
            <a:endParaRPr b="1" sz="2200">
              <a:latin typeface="Arial"/>
              <a:ea typeface="Arial"/>
              <a:cs typeface="Arial"/>
              <a:sym typeface="Arial"/>
            </a:endParaRPr>
          </a:p>
          <a:p>
            <a:pPr indent="-225425" lvl="1" marL="685800" rtl="0" algn="just">
              <a:lnSpc>
                <a:spcPct val="120000"/>
              </a:lnSpc>
              <a:spcBef>
                <a:spcPts val="0"/>
              </a:spcBef>
              <a:spcAft>
                <a:spcPts val="0"/>
              </a:spcAft>
              <a:buClr>
                <a:srgbClr val="000000"/>
              </a:buClr>
              <a:buSzPts val="2200"/>
              <a:buChar char="○"/>
            </a:pPr>
            <a:r>
              <a:rPr i="0" lang="en-US" u="none" strike="noStrike">
                <a:solidFill>
                  <a:srgbClr val="000000"/>
                </a:solidFill>
                <a:latin typeface="Arial"/>
                <a:ea typeface="Arial"/>
                <a:cs typeface="Arial"/>
                <a:sym typeface="Arial"/>
              </a:rPr>
              <a:t>Ensures confidentiality, integrity, and authenticity of data.</a:t>
            </a:r>
            <a:endParaRPr>
              <a:latin typeface="Arial"/>
              <a:ea typeface="Arial"/>
              <a:cs typeface="Arial"/>
              <a:sym typeface="Arial"/>
            </a:endParaRPr>
          </a:p>
          <a:p>
            <a:pPr indent="-196850" lvl="0" marL="228600" rtl="0" algn="just">
              <a:lnSpc>
                <a:spcPct val="120000"/>
              </a:lnSpc>
              <a:spcBef>
                <a:spcPts val="220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p:txBody>
      </p:sp>
      <p:sp>
        <p:nvSpPr>
          <p:cNvPr id="242" name="Google Shape;242;p2"/>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p3"/>
          <p:cNvSpPr txBox="1"/>
          <p:nvPr>
            <p:ph type="title"/>
          </p:nvPr>
        </p:nvSpPr>
        <p:spPr>
          <a:xfrm>
            <a:off x="1143000" y="271225"/>
            <a:ext cx="9906000" cy="969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1800"/>
              <a:buFont typeface="Arial"/>
              <a:buNone/>
            </a:pPr>
            <a:r>
              <a:t/>
            </a:r>
            <a:endParaRPr b="1" sz="25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1800"/>
              <a:buFont typeface="Arial"/>
              <a:buNone/>
            </a:pPr>
            <a:r>
              <a:t/>
            </a:r>
            <a:endParaRPr b="1" sz="30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1800"/>
              <a:buFont typeface="Arial"/>
              <a:buNone/>
            </a:pPr>
            <a:r>
              <a:t/>
            </a:r>
            <a:endParaRPr b="1" sz="30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1800"/>
              <a:buFont typeface="Arial"/>
              <a:buNone/>
            </a:pPr>
            <a:r>
              <a:rPr b="1" i="0" lang="en-US" sz="3000" u="none" strike="noStrike">
                <a:solidFill>
                  <a:srgbClr val="000000"/>
                </a:solidFill>
                <a:latin typeface="Arial"/>
                <a:ea typeface="Arial"/>
                <a:cs typeface="Arial"/>
                <a:sym typeface="Arial"/>
              </a:rPr>
              <a:t>SYMMETRIC KEY CRYPTOGRAPHY</a:t>
            </a:r>
            <a:br>
              <a:rPr lang="en-US" sz="2500">
                <a:latin typeface="Arial"/>
                <a:ea typeface="Arial"/>
                <a:cs typeface="Arial"/>
                <a:sym typeface="Arial"/>
              </a:rPr>
            </a:br>
            <a:br>
              <a:rPr lang="en-US" sz="2500">
                <a:latin typeface="Arial"/>
                <a:ea typeface="Arial"/>
                <a:cs typeface="Arial"/>
                <a:sym typeface="Arial"/>
              </a:rPr>
            </a:br>
            <a:endParaRPr sz="2500">
              <a:latin typeface="Arial"/>
              <a:ea typeface="Arial"/>
              <a:cs typeface="Arial"/>
              <a:sym typeface="Arial"/>
            </a:endParaRPr>
          </a:p>
        </p:txBody>
      </p:sp>
      <p:sp>
        <p:nvSpPr>
          <p:cNvPr id="248" name="Google Shape;248;p3"/>
          <p:cNvSpPr txBox="1"/>
          <p:nvPr>
            <p:ph idx="1" type="body"/>
          </p:nvPr>
        </p:nvSpPr>
        <p:spPr>
          <a:xfrm>
            <a:off x="1143000" y="1727975"/>
            <a:ext cx="9906000" cy="4947600"/>
          </a:xfrm>
          <a:prstGeom prst="rect">
            <a:avLst/>
          </a:prstGeom>
          <a:noFill/>
          <a:ln>
            <a:noFill/>
          </a:ln>
        </p:spPr>
        <p:txBody>
          <a:bodyPr anchorCtr="0" anchor="t" bIns="45700" lIns="91425" spcFirstLastPara="1" rIns="91425" wrap="square" tIns="45700">
            <a:noAutofit/>
          </a:bodyPr>
          <a:lstStyle/>
          <a:p>
            <a:pPr indent="-371475" lvl="0" marL="457200" rtl="0" algn="just">
              <a:lnSpc>
                <a:spcPct val="120000"/>
              </a:lnSpc>
              <a:spcBef>
                <a:spcPts val="0"/>
              </a:spcBef>
              <a:spcAft>
                <a:spcPts val="0"/>
              </a:spcAft>
              <a:buClr>
                <a:srgbClr val="000000"/>
              </a:buClr>
              <a:buSzPts val="2250"/>
              <a:buFont typeface="Arial"/>
              <a:buChar char="●"/>
            </a:pPr>
            <a:r>
              <a:rPr b="1" i="0" lang="en-US" u="none" strike="noStrike">
                <a:solidFill>
                  <a:srgbClr val="000000"/>
                </a:solidFill>
                <a:latin typeface="Arial"/>
                <a:ea typeface="Arial"/>
                <a:cs typeface="Arial"/>
                <a:sym typeface="Arial"/>
              </a:rPr>
              <a:t>Definition</a:t>
            </a:r>
            <a:r>
              <a:rPr i="0" lang="en-US" u="none" strike="noStrike">
                <a:solidFill>
                  <a:srgbClr val="000000"/>
                </a:solidFill>
                <a:latin typeface="Arial"/>
                <a:ea typeface="Arial"/>
                <a:cs typeface="Arial"/>
                <a:sym typeface="Arial"/>
              </a:rPr>
              <a:t>:</a:t>
            </a:r>
            <a:endParaRPr>
              <a:latin typeface="Arial"/>
              <a:ea typeface="Arial"/>
              <a:cs typeface="Arial"/>
              <a:sym typeface="Arial"/>
            </a:endParaRPr>
          </a:p>
          <a:p>
            <a:pPr indent="-355600" lvl="1" marL="914400" rtl="0" algn="just">
              <a:lnSpc>
                <a:spcPct val="120000"/>
              </a:lnSpc>
              <a:spcBef>
                <a:spcPts val="0"/>
              </a:spcBef>
              <a:spcAft>
                <a:spcPts val="0"/>
              </a:spcAft>
              <a:buClr>
                <a:srgbClr val="000000"/>
              </a:buClr>
              <a:buSzPts val="2000"/>
              <a:buFont typeface="Arial"/>
              <a:buChar char="○"/>
            </a:pPr>
            <a:r>
              <a:rPr b="1" i="0" lang="en-US" u="none" strike="noStrike">
                <a:solidFill>
                  <a:srgbClr val="000000"/>
                </a:solidFill>
                <a:latin typeface="Arial"/>
                <a:ea typeface="Arial"/>
                <a:cs typeface="Arial"/>
                <a:sym typeface="Arial"/>
              </a:rPr>
              <a:t>Symmetric Key Cryptography</a:t>
            </a:r>
            <a:r>
              <a:rPr i="0" lang="en-US" u="none" strike="noStrike">
                <a:solidFill>
                  <a:srgbClr val="000000"/>
                </a:solidFill>
                <a:latin typeface="Arial"/>
                <a:ea typeface="Arial"/>
                <a:cs typeface="Arial"/>
                <a:sym typeface="Arial"/>
              </a:rPr>
              <a:t> is a type of encryption where the same key is used for both encrypting and decrypting the data. This means that both the sender and the receiver must have access to the same secret key in order to communicate securely.</a:t>
            </a:r>
            <a:endParaRPr>
              <a:latin typeface="Arial"/>
              <a:ea typeface="Arial"/>
              <a:cs typeface="Arial"/>
              <a:sym typeface="Arial"/>
            </a:endParaRPr>
          </a:p>
          <a:p>
            <a:pPr indent="-196850" lvl="0" marL="228600" rtl="0" algn="just">
              <a:lnSpc>
                <a:spcPct val="120000"/>
              </a:lnSpc>
              <a:spcBef>
                <a:spcPts val="0"/>
              </a:spcBef>
              <a:spcAft>
                <a:spcPts val="0"/>
              </a:spcAft>
              <a:buClr>
                <a:schemeClr val="lt1"/>
              </a:buClr>
              <a:buSzPts val="2000"/>
              <a:buChar char="•"/>
            </a:pPr>
            <a:r>
              <a:t/>
            </a:r>
            <a:endParaRPr sz="2000">
              <a:latin typeface="Arial"/>
              <a:ea typeface="Arial"/>
              <a:cs typeface="Arial"/>
              <a:sym typeface="Arial"/>
            </a:endParaRPr>
          </a:p>
          <a:p>
            <a:pPr indent="-225425" lvl="0" marL="228600" rtl="0" algn="just">
              <a:lnSpc>
                <a:spcPct val="120000"/>
              </a:lnSpc>
              <a:spcBef>
                <a:spcPts val="0"/>
              </a:spcBef>
              <a:spcAft>
                <a:spcPts val="0"/>
              </a:spcAft>
              <a:buClr>
                <a:srgbClr val="000000"/>
              </a:buClr>
              <a:buSzPts val="2200"/>
              <a:buChar char="•"/>
            </a:pPr>
            <a:r>
              <a:rPr b="1" i="0" lang="en-US" sz="2200" u="none" strike="noStrike">
                <a:solidFill>
                  <a:srgbClr val="000000"/>
                </a:solidFill>
                <a:latin typeface="Arial"/>
                <a:ea typeface="Arial"/>
                <a:cs typeface="Arial"/>
                <a:sym typeface="Arial"/>
              </a:rPr>
              <a:t> Here are five types of ciphers: </a:t>
            </a:r>
            <a:endParaRPr b="1" sz="2200">
              <a:latin typeface="Arial"/>
              <a:ea typeface="Arial"/>
              <a:cs typeface="Arial"/>
              <a:sym typeface="Arial"/>
            </a:endParaRPr>
          </a:p>
          <a:p>
            <a:pPr indent="0" lvl="0" marL="228600" rtl="0" algn="just">
              <a:lnSpc>
                <a:spcPct val="120000"/>
              </a:lnSpc>
              <a:spcBef>
                <a:spcPts val="0"/>
              </a:spcBef>
              <a:spcAft>
                <a:spcPts val="0"/>
              </a:spcAft>
              <a:buNone/>
            </a:pPr>
            <a:r>
              <a:rPr i="0" lang="en-US" sz="2000" u="none" strike="noStrike">
                <a:solidFill>
                  <a:srgbClr val="000000"/>
                </a:solidFill>
                <a:latin typeface="Arial"/>
                <a:ea typeface="Arial"/>
                <a:cs typeface="Arial"/>
                <a:sym typeface="Arial"/>
              </a:rPr>
              <a:t>1. Caesar Cipher</a:t>
            </a:r>
            <a:endParaRPr sz="2000">
              <a:latin typeface="Arial"/>
              <a:ea typeface="Arial"/>
              <a:cs typeface="Arial"/>
              <a:sym typeface="Arial"/>
            </a:endParaRPr>
          </a:p>
          <a:p>
            <a:pPr indent="0" lvl="0" marL="228600" rtl="0" algn="just">
              <a:lnSpc>
                <a:spcPct val="120000"/>
              </a:lnSpc>
              <a:spcBef>
                <a:spcPts val="0"/>
              </a:spcBef>
              <a:spcAft>
                <a:spcPts val="0"/>
              </a:spcAft>
              <a:buNone/>
            </a:pPr>
            <a:r>
              <a:rPr i="0" lang="en-US" sz="2000" u="none" strike="noStrike">
                <a:solidFill>
                  <a:srgbClr val="000000"/>
                </a:solidFill>
                <a:latin typeface="Arial"/>
                <a:ea typeface="Arial"/>
                <a:cs typeface="Arial"/>
                <a:sym typeface="Arial"/>
              </a:rPr>
              <a:t>2. Monoalphabetic Cipher</a:t>
            </a:r>
            <a:endParaRPr sz="2000">
              <a:latin typeface="Arial"/>
              <a:ea typeface="Arial"/>
              <a:cs typeface="Arial"/>
              <a:sym typeface="Arial"/>
            </a:endParaRPr>
          </a:p>
          <a:p>
            <a:pPr indent="0" lvl="0" marL="228600" rtl="0" algn="just">
              <a:lnSpc>
                <a:spcPct val="120000"/>
              </a:lnSpc>
              <a:spcBef>
                <a:spcPts val="0"/>
              </a:spcBef>
              <a:spcAft>
                <a:spcPts val="0"/>
              </a:spcAft>
              <a:buNone/>
            </a:pPr>
            <a:r>
              <a:rPr i="0" lang="en-US" sz="2000" u="none" strike="noStrike">
                <a:solidFill>
                  <a:srgbClr val="000000"/>
                </a:solidFill>
                <a:latin typeface="Arial"/>
                <a:ea typeface="Arial"/>
                <a:cs typeface="Arial"/>
                <a:sym typeface="Arial"/>
              </a:rPr>
              <a:t>3. Playfair Cipher</a:t>
            </a:r>
            <a:endParaRPr sz="2000">
              <a:latin typeface="Arial"/>
              <a:ea typeface="Arial"/>
              <a:cs typeface="Arial"/>
              <a:sym typeface="Arial"/>
            </a:endParaRPr>
          </a:p>
          <a:p>
            <a:pPr indent="0" lvl="0" marL="228600" rtl="0" algn="just">
              <a:lnSpc>
                <a:spcPct val="120000"/>
              </a:lnSpc>
              <a:spcBef>
                <a:spcPts val="0"/>
              </a:spcBef>
              <a:spcAft>
                <a:spcPts val="0"/>
              </a:spcAft>
              <a:buNone/>
            </a:pPr>
            <a:r>
              <a:rPr i="0" lang="en-US" sz="2000" u="none" strike="noStrike">
                <a:solidFill>
                  <a:srgbClr val="000000"/>
                </a:solidFill>
                <a:latin typeface="Arial"/>
                <a:ea typeface="Arial"/>
                <a:cs typeface="Arial"/>
                <a:sym typeface="Arial"/>
              </a:rPr>
              <a:t>4. Hill Cipher</a:t>
            </a:r>
            <a:endParaRPr sz="2000">
              <a:latin typeface="Arial"/>
              <a:ea typeface="Arial"/>
              <a:cs typeface="Arial"/>
              <a:sym typeface="Arial"/>
            </a:endParaRPr>
          </a:p>
          <a:p>
            <a:pPr indent="0" lvl="0" marL="228600" rtl="0" algn="just">
              <a:lnSpc>
                <a:spcPct val="120000"/>
              </a:lnSpc>
              <a:spcBef>
                <a:spcPts val="0"/>
              </a:spcBef>
              <a:spcAft>
                <a:spcPts val="0"/>
              </a:spcAft>
              <a:buNone/>
            </a:pPr>
            <a:r>
              <a:rPr i="0" lang="en-US" sz="2000" u="none" strike="noStrike">
                <a:solidFill>
                  <a:srgbClr val="000000"/>
                </a:solidFill>
                <a:latin typeface="Arial"/>
                <a:ea typeface="Arial"/>
                <a:cs typeface="Arial"/>
                <a:sym typeface="Arial"/>
              </a:rPr>
              <a:t>5. Polyalphabetic Cipher (Vigenère Cipher)</a:t>
            </a:r>
            <a:endParaRPr sz="2000">
              <a:latin typeface="Arial"/>
              <a:ea typeface="Arial"/>
              <a:cs typeface="Arial"/>
              <a:sym typeface="Arial"/>
            </a:endParaRPr>
          </a:p>
          <a:p>
            <a:pPr indent="-196850" lvl="0" marL="228600" rtl="0" algn="just">
              <a:lnSpc>
                <a:spcPct val="120000"/>
              </a:lnSpc>
              <a:spcBef>
                <a:spcPts val="100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p:txBody>
      </p:sp>
      <p:sp>
        <p:nvSpPr>
          <p:cNvPr id="249" name="Google Shape;249;p3"/>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p4"/>
          <p:cNvSpPr txBox="1"/>
          <p:nvPr>
            <p:ph type="title"/>
          </p:nvPr>
        </p:nvSpPr>
        <p:spPr>
          <a:xfrm>
            <a:off x="966675" y="618525"/>
            <a:ext cx="100806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2700">
                <a:solidFill>
                  <a:srgbClr val="494949"/>
                </a:solidFill>
                <a:latin typeface="Arial"/>
                <a:ea typeface="Arial"/>
                <a:cs typeface="Arial"/>
                <a:sym typeface="Arial"/>
              </a:rPr>
              <a:t>1. </a:t>
            </a:r>
            <a:r>
              <a:rPr b="1" i="0" lang="en-US" sz="2700" u="none" strike="noStrike">
                <a:solidFill>
                  <a:srgbClr val="494949"/>
                </a:solidFill>
                <a:latin typeface="Arial"/>
                <a:ea typeface="Arial"/>
                <a:cs typeface="Arial"/>
                <a:sym typeface="Arial"/>
              </a:rPr>
              <a:t>CAESAR CIPHER</a:t>
            </a:r>
            <a:endParaRPr sz="3900"/>
          </a:p>
        </p:txBody>
      </p:sp>
      <p:sp>
        <p:nvSpPr>
          <p:cNvPr id="255" name="Google Shape;255;p4"/>
          <p:cNvSpPr txBox="1"/>
          <p:nvPr>
            <p:ph idx="1" type="body"/>
          </p:nvPr>
        </p:nvSpPr>
        <p:spPr>
          <a:xfrm>
            <a:off x="1042413" y="1718350"/>
            <a:ext cx="9906000" cy="4657800"/>
          </a:xfrm>
          <a:prstGeom prst="rect">
            <a:avLst/>
          </a:prstGeom>
          <a:noFill/>
          <a:ln>
            <a:noFill/>
          </a:ln>
        </p:spPr>
        <p:txBody>
          <a:bodyPr anchorCtr="0" anchor="t" bIns="45700" lIns="91425" spcFirstLastPara="1" rIns="91425" wrap="square" tIns="45700">
            <a:normAutofit/>
          </a:bodyPr>
          <a:lstStyle/>
          <a:p>
            <a:pPr indent="-355600" lvl="0" marL="457200" rtl="0" algn="l">
              <a:lnSpc>
                <a:spcPct val="120000"/>
              </a:lnSpc>
              <a:spcBef>
                <a:spcPts val="0"/>
              </a:spcBef>
              <a:spcAft>
                <a:spcPts val="0"/>
              </a:spcAft>
              <a:buClr>
                <a:srgbClr val="000000"/>
              </a:buClr>
              <a:buSzPts val="2000"/>
              <a:buFont typeface="Arial"/>
              <a:buChar char="•"/>
            </a:pPr>
            <a:r>
              <a:rPr i="0" lang="en-US" sz="2000" u="none" strike="noStrike">
                <a:solidFill>
                  <a:srgbClr val="000000"/>
                </a:solidFill>
                <a:latin typeface="Arial"/>
                <a:ea typeface="Arial"/>
                <a:cs typeface="Arial"/>
                <a:sym typeface="Arial"/>
              </a:rPr>
              <a:t>A Caesar Cipher is also known as </a:t>
            </a:r>
            <a:r>
              <a:rPr b="1" i="0" lang="en-US" sz="2000" u="none" strike="noStrike">
                <a:solidFill>
                  <a:srgbClr val="000000"/>
                </a:solidFill>
                <a:latin typeface="Arial"/>
                <a:ea typeface="Arial"/>
                <a:cs typeface="Arial"/>
                <a:sym typeface="Arial"/>
              </a:rPr>
              <a:t>Shift Cipher, Caesar’s Code </a:t>
            </a:r>
            <a:r>
              <a:rPr i="0" lang="en-US" sz="2000" u="none" strike="noStrike">
                <a:solidFill>
                  <a:srgbClr val="000000"/>
                </a:solidFill>
                <a:latin typeface="Arial"/>
                <a:ea typeface="Arial"/>
                <a:cs typeface="Arial"/>
                <a:sym typeface="Arial"/>
              </a:rPr>
              <a:t>or </a:t>
            </a:r>
            <a:r>
              <a:rPr b="1" i="0" lang="en-US" sz="2000" u="none" strike="noStrike">
                <a:solidFill>
                  <a:srgbClr val="000000"/>
                </a:solidFill>
                <a:latin typeface="Arial"/>
                <a:ea typeface="Arial"/>
                <a:cs typeface="Arial"/>
                <a:sym typeface="Arial"/>
              </a:rPr>
              <a:t>Caesar shift</a:t>
            </a:r>
            <a:r>
              <a:rPr i="0" lang="en-US" sz="2000" u="none" strike="noStrike">
                <a:solidFill>
                  <a:srgbClr val="000000"/>
                </a:solidFill>
                <a:latin typeface="Arial"/>
                <a:ea typeface="Arial"/>
                <a:cs typeface="Arial"/>
                <a:sym typeface="Arial"/>
              </a:rPr>
              <a:t>, is one of the simplest and most widely known encryption techniques.</a:t>
            </a:r>
            <a:endParaRPr sz="2000">
              <a:latin typeface="Arial"/>
              <a:ea typeface="Arial"/>
              <a:cs typeface="Arial"/>
              <a:sym typeface="Arial"/>
            </a:endParaRPr>
          </a:p>
          <a:p>
            <a:pPr indent="-355600" lvl="0" marL="457200" rtl="0" algn="l">
              <a:lnSpc>
                <a:spcPct val="120000"/>
              </a:lnSpc>
              <a:spcBef>
                <a:spcPts val="0"/>
              </a:spcBef>
              <a:spcAft>
                <a:spcPts val="0"/>
              </a:spcAft>
              <a:buClr>
                <a:srgbClr val="000000"/>
              </a:buClr>
              <a:buSzPts val="2000"/>
              <a:buFont typeface="Arial"/>
              <a:buChar char="•"/>
            </a:pPr>
            <a:r>
              <a:rPr i="0" lang="en-US" sz="2000" u="none" strike="noStrike">
                <a:solidFill>
                  <a:srgbClr val="000000"/>
                </a:solidFill>
                <a:latin typeface="Arial"/>
                <a:ea typeface="Arial"/>
                <a:cs typeface="Arial"/>
                <a:sym typeface="Arial"/>
              </a:rPr>
              <a:t>It is a type of substitution cipher in which each letter in the plaintext is replaced by a letter some fixed number of positions down the alphabet.</a:t>
            </a:r>
            <a:endParaRPr i="0" sz="2000" u="none" strike="noStrike">
              <a:solidFill>
                <a:srgbClr val="000000"/>
              </a:solidFill>
              <a:latin typeface="Arial"/>
              <a:ea typeface="Arial"/>
              <a:cs typeface="Arial"/>
              <a:sym typeface="Arial"/>
            </a:endParaRPr>
          </a:p>
          <a:p>
            <a:pPr indent="0" lvl="0" marL="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244475" lvl="0" marL="228600" rtl="0" algn="l">
              <a:lnSpc>
                <a:spcPct val="120000"/>
              </a:lnSpc>
              <a:spcBef>
                <a:spcPts val="100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a:p>
            <a:pPr indent="-117475" lvl="0" marL="228600" rtl="0" algn="l">
              <a:lnSpc>
                <a:spcPct val="120000"/>
              </a:lnSpc>
              <a:spcBef>
                <a:spcPts val="1000"/>
              </a:spcBef>
              <a:spcAft>
                <a:spcPts val="0"/>
              </a:spcAft>
              <a:buClr>
                <a:schemeClr val="lt1"/>
              </a:buClr>
              <a:buSzPts val="1750"/>
              <a:buNone/>
            </a:pPr>
            <a:r>
              <a:t/>
            </a:r>
            <a:endParaRPr sz="2000">
              <a:latin typeface="Arial"/>
              <a:ea typeface="Arial"/>
              <a:cs typeface="Arial"/>
              <a:sym typeface="Arial"/>
            </a:endParaRPr>
          </a:p>
          <a:p>
            <a:pPr indent="-117475" lvl="0" marL="228600" rtl="0" algn="l">
              <a:lnSpc>
                <a:spcPct val="120000"/>
              </a:lnSpc>
              <a:spcBef>
                <a:spcPts val="1000"/>
              </a:spcBef>
              <a:spcAft>
                <a:spcPts val="0"/>
              </a:spcAft>
              <a:buClr>
                <a:schemeClr val="lt1"/>
              </a:buClr>
              <a:buSzPts val="1750"/>
              <a:buNone/>
            </a:pPr>
            <a:r>
              <a:t/>
            </a:r>
            <a:endParaRPr sz="2000">
              <a:latin typeface="Arial"/>
              <a:ea typeface="Arial"/>
              <a:cs typeface="Arial"/>
              <a:sym typeface="Arial"/>
            </a:endParaRPr>
          </a:p>
          <a:p>
            <a:pPr indent="-38100" lvl="0" marL="228600" rtl="0" algn="l">
              <a:lnSpc>
                <a:spcPct val="120000"/>
              </a:lnSpc>
              <a:spcBef>
                <a:spcPts val="1000"/>
              </a:spcBef>
              <a:spcAft>
                <a:spcPts val="0"/>
              </a:spcAft>
              <a:buClr>
                <a:schemeClr val="lt1"/>
              </a:buClr>
              <a:buSzPts val="3000"/>
              <a:buNone/>
            </a:pPr>
            <a:r>
              <a:t/>
            </a:r>
            <a:endParaRPr sz="2000">
              <a:latin typeface="Arial"/>
              <a:ea typeface="Arial"/>
              <a:cs typeface="Arial"/>
              <a:sym typeface="Arial"/>
            </a:endParaRPr>
          </a:p>
        </p:txBody>
      </p:sp>
      <p:pic>
        <p:nvPicPr>
          <p:cNvPr id="256" name="Google Shape;256;p4"/>
          <p:cNvPicPr preferRelativeResize="0"/>
          <p:nvPr/>
        </p:nvPicPr>
        <p:blipFill rotWithShape="1">
          <a:blip r:embed="rId3">
            <a:alphaModFix/>
          </a:blip>
          <a:srcRect b="0" l="0" r="0" t="0"/>
          <a:stretch/>
        </p:blipFill>
        <p:spPr>
          <a:xfrm>
            <a:off x="1218638" y="3583050"/>
            <a:ext cx="9553575" cy="2665325"/>
          </a:xfrm>
          <a:prstGeom prst="rect">
            <a:avLst/>
          </a:prstGeom>
          <a:noFill/>
          <a:ln>
            <a:noFill/>
          </a:ln>
        </p:spPr>
      </p:pic>
      <p:sp>
        <p:nvSpPr>
          <p:cNvPr id="257" name="Google Shape;257;p4"/>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 name="Shape 261"/>
        <p:cNvGrpSpPr/>
        <p:nvPr/>
      </p:nvGrpSpPr>
      <p:grpSpPr>
        <a:xfrm>
          <a:off x="0" y="0"/>
          <a:ext cx="0" cy="0"/>
          <a:chOff x="0" y="0"/>
          <a:chExt cx="0" cy="0"/>
        </a:xfrm>
      </p:grpSpPr>
      <p:sp>
        <p:nvSpPr>
          <p:cNvPr id="262" name="Google Shape;262;p5"/>
          <p:cNvSpPr txBox="1"/>
          <p:nvPr>
            <p:ph type="title"/>
          </p:nvPr>
        </p:nvSpPr>
        <p:spPr>
          <a:xfrm>
            <a:off x="1142988" y="727943"/>
            <a:ext cx="9906000" cy="82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rPr b="1" lang="en-US" sz="2700">
                <a:solidFill>
                  <a:srgbClr val="494949"/>
                </a:solidFill>
                <a:latin typeface="Arial"/>
                <a:ea typeface="Arial"/>
                <a:cs typeface="Arial"/>
                <a:sym typeface="Arial"/>
              </a:rPr>
              <a:t>1. </a:t>
            </a:r>
            <a:r>
              <a:rPr b="1" i="0" lang="en-US" sz="2700" u="none" strike="noStrike">
                <a:solidFill>
                  <a:srgbClr val="494949"/>
                </a:solidFill>
                <a:latin typeface="Arial"/>
                <a:ea typeface="Arial"/>
                <a:cs typeface="Arial"/>
                <a:sym typeface="Arial"/>
              </a:rPr>
              <a:t>CAESAR CIPHE</a:t>
            </a:r>
            <a:r>
              <a:rPr b="1" i="0" lang="en-US" sz="2700" u="none" strike="noStrike">
                <a:solidFill>
                  <a:srgbClr val="494949"/>
                </a:solidFill>
                <a:latin typeface="Arial"/>
                <a:ea typeface="Arial"/>
                <a:cs typeface="Arial"/>
                <a:sym typeface="Arial"/>
              </a:rPr>
              <a:t>R</a:t>
            </a:r>
            <a:br>
              <a:rPr b="0" lang="en-US" sz="2400"/>
            </a:br>
            <a:br>
              <a:rPr b="0" lang="en-US" sz="2400"/>
            </a:br>
            <a:endParaRPr b="1" i="0" sz="2400" u="none" strike="noStrike">
              <a:solidFill>
                <a:srgbClr val="494949"/>
              </a:solidFill>
              <a:latin typeface="Arial"/>
              <a:ea typeface="Arial"/>
              <a:cs typeface="Arial"/>
              <a:sym typeface="Arial"/>
            </a:endParaRPr>
          </a:p>
        </p:txBody>
      </p:sp>
      <p:sp>
        <p:nvSpPr>
          <p:cNvPr id="263" name="Google Shape;263;p5"/>
          <p:cNvSpPr txBox="1"/>
          <p:nvPr>
            <p:ph idx="1" type="body"/>
          </p:nvPr>
        </p:nvSpPr>
        <p:spPr>
          <a:xfrm>
            <a:off x="1422232" y="1221642"/>
            <a:ext cx="9906000" cy="5293800"/>
          </a:xfrm>
          <a:prstGeom prst="rect">
            <a:avLst/>
          </a:prstGeom>
          <a:noFill/>
          <a:ln>
            <a:noFill/>
          </a:ln>
        </p:spPr>
        <p:txBody>
          <a:bodyPr anchorCtr="0" anchor="t" bIns="45700" lIns="91425" spcFirstLastPara="1" rIns="91425" wrap="square" tIns="45700">
            <a:noAutofit/>
          </a:bodyPr>
          <a:lstStyle/>
          <a:p>
            <a:pPr indent="-212725" lvl="0" marL="228600" rtl="0" algn="l">
              <a:lnSpc>
                <a:spcPct val="120000"/>
              </a:lnSpc>
              <a:spcBef>
                <a:spcPts val="0"/>
              </a:spcBef>
              <a:spcAft>
                <a:spcPts val="0"/>
              </a:spcAft>
              <a:buClr>
                <a:srgbClr val="000000"/>
              </a:buClr>
              <a:buSzPts val="2000"/>
              <a:buFont typeface="Arial"/>
              <a:buChar char="●"/>
            </a:pPr>
            <a:r>
              <a:rPr i="0" lang="en-US" sz="2000" u="none" strike="noStrike">
                <a:solidFill>
                  <a:srgbClr val="000000"/>
                </a:solidFill>
                <a:latin typeface="Arial"/>
                <a:ea typeface="Arial"/>
                <a:cs typeface="Arial"/>
                <a:sym typeface="Arial"/>
              </a:rPr>
              <a:t>Here you will be converting </a:t>
            </a:r>
            <a:r>
              <a:rPr b="1" i="0" lang="en-US" sz="2000" u="none" strike="noStrike">
                <a:solidFill>
                  <a:srgbClr val="000000"/>
                </a:solidFill>
                <a:latin typeface="Arial"/>
                <a:ea typeface="Arial"/>
                <a:cs typeface="Arial"/>
                <a:sym typeface="Arial"/>
              </a:rPr>
              <a:t>Plaintext </a:t>
            </a:r>
            <a:r>
              <a:rPr i="0" lang="en-US" sz="2000" u="none" strike="noStrike">
                <a:solidFill>
                  <a:srgbClr val="000000"/>
                </a:solidFill>
                <a:latin typeface="Arial"/>
                <a:ea typeface="Arial"/>
                <a:cs typeface="Arial"/>
                <a:sym typeface="Arial"/>
              </a:rPr>
              <a:t>into </a:t>
            </a:r>
            <a:r>
              <a:rPr b="1" i="0" lang="en-US" sz="2000" u="none" strike="noStrike">
                <a:solidFill>
                  <a:srgbClr val="000000"/>
                </a:solidFill>
                <a:latin typeface="Arial"/>
                <a:ea typeface="Arial"/>
                <a:cs typeface="Arial"/>
                <a:sym typeface="Arial"/>
              </a:rPr>
              <a:t>Ciphertext </a:t>
            </a:r>
            <a:r>
              <a:rPr i="0" lang="en-US" sz="2000" u="none" strike="noStrike">
                <a:solidFill>
                  <a:srgbClr val="000000"/>
                </a:solidFill>
                <a:latin typeface="Arial"/>
                <a:ea typeface="Arial"/>
                <a:cs typeface="Arial"/>
                <a:sym typeface="Arial"/>
              </a:rPr>
              <a:t>by using the formula</a:t>
            </a:r>
            <a:br>
              <a:rPr lang="en-US" sz="2000">
                <a:latin typeface="Arial"/>
                <a:ea typeface="Arial"/>
                <a:cs typeface="Arial"/>
                <a:sym typeface="Arial"/>
              </a:rPr>
            </a:br>
            <a:r>
              <a:rPr b="1" i="0" lang="en-US" sz="2000" u="none" strike="noStrike">
                <a:solidFill>
                  <a:srgbClr val="000000"/>
                </a:solidFill>
                <a:latin typeface="Arial"/>
                <a:ea typeface="Arial"/>
                <a:cs typeface="Arial"/>
                <a:sym typeface="Arial"/>
              </a:rPr>
              <a:t>C = E(3,P) = (P+3)</a:t>
            </a:r>
            <a:endParaRPr sz="2000">
              <a:latin typeface="Arial"/>
              <a:ea typeface="Arial"/>
              <a:cs typeface="Arial"/>
              <a:sym typeface="Arial"/>
            </a:endParaRPr>
          </a:p>
          <a:p>
            <a:pPr indent="0" lvl="0" marL="228600" rtl="0" algn="l">
              <a:lnSpc>
                <a:spcPct val="120000"/>
              </a:lnSpc>
              <a:spcBef>
                <a:spcPts val="0"/>
              </a:spcBef>
              <a:spcAft>
                <a:spcPts val="0"/>
              </a:spcAft>
              <a:buNone/>
            </a:pPr>
            <a:r>
              <a:rPr b="1" i="0" lang="en-US" sz="2000" u="none" strike="noStrike">
                <a:solidFill>
                  <a:srgbClr val="000000"/>
                </a:solidFill>
                <a:latin typeface="Arial"/>
                <a:ea typeface="Arial"/>
                <a:cs typeface="Arial"/>
                <a:sym typeface="Arial"/>
              </a:rPr>
              <a:t>P = D(3,C) = (C-3)</a:t>
            </a:r>
            <a:endParaRPr b="1" sz="1900">
              <a:solidFill>
                <a:srgbClr val="000000"/>
              </a:solidFill>
              <a:latin typeface="Arial"/>
              <a:ea typeface="Arial"/>
              <a:cs typeface="Arial"/>
              <a:sym typeface="Arial"/>
            </a:endParaRPr>
          </a:p>
          <a:p>
            <a:pPr indent="-361950" lvl="0" marL="457200" rtl="0" algn="l">
              <a:lnSpc>
                <a:spcPct val="120000"/>
              </a:lnSpc>
              <a:spcBef>
                <a:spcPts val="0"/>
              </a:spcBef>
              <a:spcAft>
                <a:spcPts val="0"/>
              </a:spcAft>
              <a:buClr>
                <a:srgbClr val="000000"/>
              </a:buClr>
              <a:buSzPts val="2100"/>
              <a:buFont typeface="Arial"/>
              <a:buChar char="●"/>
            </a:pPr>
            <a:r>
              <a:rPr b="1" i="0" lang="en-US" sz="2100" u="none" strike="noStrike">
                <a:solidFill>
                  <a:srgbClr val="000000"/>
                </a:solidFill>
                <a:latin typeface="Arial"/>
                <a:ea typeface="Arial"/>
                <a:cs typeface="Arial"/>
                <a:sym typeface="Arial"/>
              </a:rPr>
              <a:t>Example:</a:t>
            </a:r>
            <a:endParaRPr b="1" sz="2100">
              <a:latin typeface="Arial"/>
              <a:ea typeface="Arial"/>
              <a:cs typeface="Arial"/>
              <a:sym typeface="Arial"/>
            </a:endParaRPr>
          </a:p>
          <a:p>
            <a:pPr indent="-269875" lvl="1" marL="742950" rtl="0" algn="l">
              <a:lnSpc>
                <a:spcPct val="120000"/>
              </a:lnSpc>
              <a:spcBef>
                <a:spcPts val="0"/>
              </a:spcBef>
              <a:spcAft>
                <a:spcPts val="0"/>
              </a:spcAft>
              <a:buClr>
                <a:srgbClr val="000000"/>
              </a:buClr>
              <a:buSzPts val="2000"/>
              <a:buChar char="○"/>
            </a:pPr>
            <a:r>
              <a:rPr i="0" lang="en-US" u="none" strike="noStrike">
                <a:solidFill>
                  <a:srgbClr val="000000"/>
                </a:solidFill>
                <a:latin typeface="Arial"/>
                <a:ea typeface="Arial"/>
                <a:cs typeface="Arial"/>
                <a:sym typeface="Arial"/>
              </a:rPr>
              <a:t>Plaintext: </a:t>
            </a:r>
            <a:r>
              <a:rPr i="0" lang="en-US" u="none" strike="noStrike">
                <a:solidFill>
                  <a:srgbClr val="188038"/>
                </a:solidFill>
                <a:latin typeface="Arial"/>
                <a:ea typeface="Arial"/>
                <a:cs typeface="Arial"/>
                <a:sym typeface="Arial"/>
              </a:rPr>
              <a:t>HELLO</a:t>
            </a:r>
            <a:endParaRPr i="0" u="none" strike="noStrike">
              <a:solidFill>
                <a:srgbClr val="000000"/>
              </a:solidFill>
              <a:latin typeface="Arial"/>
              <a:ea typeface="Arial"/>
              <a:cs typeface="Arial"/>
              <a:sym typeface="Arial"/>
            </a:endParaRPr>
          </a:p>
          <a:p>
            <a:pPr indent="-269875" lvl="1" marL="742950" rtl="0" algn="l">
              <a:lnSpc>
                <a:spcPct val="120000"/>
              </a:lnSpc>
              <a:spcBef>
                <a:spcPts val="0"/>
              </a:spcBef>
              <a:spcAft>
                <a:spcPts val="0"/>
              </a:spcAft>
              <a:buClr>
                <a:srgbClr val="000000"/>
              </a:buClr>
              <a:buSzPts val="2000"/>
              <a:buChar char="○"/>
            </a:pPr>
            <a:r>
              <a:rPr i="0" lang="en-US" u="none" strike="noStrike">
                <a:solidFill>
                  <a:srgbClr val="000000"/>
                </a:solidFill>
                <a:latin typeface="Arial"/>
                <a:ea typeface="Arial"/>
                <a:cs typeface="Arial"/>
                <a:sym typeface="Arial"/>
              </a:rPr>
              <a:t>Ciphertext (with a shift of 3): </a:t>
            </a:r>
            <a:r>
              <a:rPr i="0" lang="en-US" u="none" strike="noStrike">
                <a:solidFill>
                  <a:srgbClr val="188038"/>
                </a:solidFill>
                <a:latin typeface="Arial"/>
                <a:ea typeface="Arial"/>
                <a:cs typeface="Arial"/>
                <a:sym typeface="Arial"/>
              </a:rPr>
              <a:t>KHOOR</a:t>
            </a:r>
            <a:endParaRPr sz="1900">
              <a:solidFill>
                <a:srgbClr val="188038"/>
              </a:solidFill>
              <a:latin typeface="Arial"/>
              <a:ea typeface="Arial"/>
              <a:cs typeface="Arial"/>
              <a:sym typeface="Arial"/>
            </a:endParaRPr>
          </a:p>
          <a:p>
            <a:pPr indent="-219075" lvl="0" marL="228600" rtl="0" algn="l">
              <a:lnSpc>
                <a:spcPct val="120000"/>
              </a:lnSpc>
              <a:spcBef>
                <a:spcPts val="0"/>
              </a:spcBef>
              <a:spcAft>
                <a:spcPts val="0"/>
              </a:spcAft>
              <a:buClr>
                <a:srgbClr val="000000"/>
              </a:buClr>
              <a:buSzPts val="2100"/>
              <a:buChar char="●"/>
            </a:pPr>
            <a:r>
              <a:rPr b="1" i="0" lang="en-US" sz="2100" u="none" strike="noStrike">
                <a:solidFill>
                  <a:srgbClr val="000000"/>
                </a:solidFill>
                <a:latin typeface="Arial"/>
                <a:ea typeface="Arial"/>
                <a:cs typeface="Arial"/>
                <a:sym typeface="Arial"/>
              </a:rPr>
              <a:t>Pros of Caesar Cipher:</a:t>
            </a:r>
            <a:endParaRPr sz="2100">
              <a:latin typeface="Arial"/>
              <a:ea typeface="Arial"/>
              <a:cs typeface="Arial"/>
              <a:sym typeface="Arial"/>
            </a:endParaRPr>
          </a:p>
          <a:p>
            <a:pPr indent="-212725" lvl="0" marL="457200" rtl="0" algn="l">
              <a:lnSpc>
                <a:spcPct val="120000"/>
              </a:lnSpc>
              <a:spcBef>
                <a:spcPts val="0"/>
              </a:spcBef>
              <a:spcAft>
                <a:spcPts val="0"/>
              </a:spcAft>
              <a:buClr>
                <a:srgbClr val="000000"/>
              </a:buClr>
              <a:buSzPts val="2000"/>
              <a:buAutoNum type="arabicPeriod"/>
            </a:pPr>
            <a:r>
              <a:rPr i="0" lang="en-US" sz="2000" u="none" strike="noStrike">
                <a:solidFill>
                  <a:srgbClr val="000000"/>
                </a:solidFill>
                <a:latin typeface="Arial"/>
                <a:ea typeface="Arial"/>
                <a:cs typeface="Arial"/>
                <a:sym typeface="Arial"/>
              </a:rPr>
              <a:t>Simplicity</a:t>
            </a:r>
            <a:endParaRPr sz="2000">
              <a:latin typeface="Arial"/>
              <a:ea typeface="Arial"/>
              <a:cs typeface="Arial"/>
              <a:sym typeface="Arial"/>
            </a:endParaRPr>
          </a:p>
          <a:p>
            <a:pPr indent="-212725" lvl="0" marL="457200" rtl="0" algn="l">
              <a:lnSpc>
                <a:spcPct val="120000"/>
              </a:lnSpc>
              <a:spcBef>
                <a:spcPts val="0"/>
              </a:spcBef>
              <a:spcAft>
                <a:spcPts val="0"/>
              </a:spcAft>
              <a:buClr>
                <a:srgbClr val="000000"/>
              </a:buClr>
              <a:buSzPts val="2000"/>
              <a:buAutoNum type="arabicPeriod"/>
            </a:pPr>
            <a:r>
              <a:rPr lang="en-US" sz="2000">
                <a:solidFill>
                  <a:srgbClr val="000000"/>
                </a:solidFill>
                <a:latin typeface="Arial"/>
                <a:ea typeface="Arial"/>
                <a:cs typeface="Arial"/>
                <a:sym typeface="Arial"/>
              </a:rPr>
              <a:t>Fast and Efficient </a:t>
            </a:r>
            <a:endParaRPr sz="2000">
              <a:latin typeface="Arial"/>
              <a:ea typeface="Arial"/>
              <a:cs typeface="Arial"/>
              <a:sym typeface="Arial"/>
            </a:endParaRPr>
          </a:p>
          <a:p>
            <a:pPr indent="-212725" lvl="0" marL="457200" rtl="0" algn="l">
              <a:lnSpc>
                <a:spcPct val="120000"/>
              </a:lnSpc>
              <a:spcBef>
                <a:spcPts val="0"/>
              </a:spcBef>
              <a:spcAft>
                <a:spcPts val="0"/>
              </a:spcAft>
              <a:buClr>
                <a:srgbClr val="000000"/>
              </a:buClr>
              <a:buSzPts val="2000"/>
              <a:buAutoNum type="arabicPeriod"/>
            </a:pPr>
            <a:r>
              <a:rPr i="0" lang="en-US" sz="2000" u="none" strike="noStrike">
                <a:solidFill>
                  <a:srgbClr val="000000"/>
                </a:solidFill>
                <a:latin typeface="Arial"/>
                <a:ea typeface="Arial"/>
                <a:cs typeface="Arial"/>
                <a:sym typeface="Arial"/>
              </a:rPr>
              <a:t>Low Complexity for Quick Communication</a:t>
            </a:r>
            <a:endParaRPr i="0" sz="2000" u="none" strike="noStrike">
              <a:solidFill>
                <a:srgbClr val="000000"/>
              </a:solidFill>
              <a:latin typeface="Arial"/>
              <a:ea typeface="Arial"/>
              <a:cs typeface="Arial"/>
              <a:sym typeface="Arial"/>
            </a:endParaRPr>
          </a:p>
          <a:p>
            <a:pPr indent="0" lvl="0" marL="22860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0" lvl="0" marL="228600" rtl="0" algn="l">
              <a:lnSpc>
                <a:spcPct val="120000"/>
              </a:lnSpc>
              <a:spcBef>
                <a:spcPts val="0"/>
              </a:spcBef>
              <a:spcAft>
                <a:spcPts val="0"/>
              </a:spcAft>
              <a:buNone/>
            </a:pPr>
            <a:r>
              <a:rPr b="1" lang="en-US" sz="2000">
                <a:solidFill>
                  <a:srgbClr val="000000"/>
                </a:solidFill>
                <a:latin typeface="Arial"/>
                <a:ea typeface="Arial"/>
                <a:cs typeface="Arial"/>
                <a:sym typeface="Arial"/>
              </a:rPr>
              <a:t>Cons of Caesar Cipher:</a:t>
            </a:r>
            <a:endParaRPr b="1" sz="2000">
              <a:solidFill>
                <a:srgbClr val="000000"/>
              </a:solidFill>
              <a:latin typeface="Arial"/>
              <a:ea typeface="Arial"/>
              <a:cs typeface="Arial"/>
              <a:sym typeface="Arial"/>
            </a:endParaRPr>
          </a:p>
          <a:p>
            <a:pPr indent="-355600" lvl="0" marL="457200" rtl="0" algn="l">
              <a:lnSpc>
                <a:spcPct val="120000"/>
              </a:lnSpc>
              <a:spcBef>
                <a:spcPts val="0"/>
              </a:spcBef>
              <a:spcAft>
                <a:spcPts val="0"/>
              </a:spcAft>
              <a:buClr>
                <a:srgbClr val="000000"/>
              </a:buClr>
              <a:buSzPts val="2000"/>
              <a:buFont typeface="Arial"/>
              <a:buAutoNum type="arabicPeriod"/>
            </a:pPr>
            <a:r>
              <a:rPr lang="en-US" sz="2000">
                <a:solidFill>
                  <a:srgbClr val="000000"/>
                </a:solidFill>
                <a:latin typeface="Arial"/>
                <a:ea typeface="Arial"/>
                <a:cs typeface="Arial"/>
                <a:sym typeface="Arial"/>
              </a:rPr>
              <a:t>Limited Key Space</a:t>
            </a:r>
            <a:endParaRPr sz="2000">
              <a:solidFill>
                <a:srgbClr val="000000"/>
              </a:solidFill>
              <a:latin typeface="Arial"/>
              <a:ea typeface="Arial"/>
              <a:cs typeface="Arial"/>
              <a:sym typeface="Arial"/>
            </a:endParaRPr>
          </a:p>
          <a:p>
            <a:pPr indent="-355600" lvl="0" marL="457200" rtl="0" algn="l">
              <a:lnSpc>
                <a:spcPct val="120000"/>
              </a:lnSpc>
              <a:spcBef>
                <a:spcPts val="0"/>
              </a:spcBef>
              <a:spcAft>
                <a:spcPts val="0"/>
              </a:spcAft>
              <a:buClr>
                <a:srgbClr val="000000"/>
              </a:buClr>
              <a:buSzPts val="2000"/>
              <a:buFont typeface="Arial"/>
              <a:buAutoNum type="arabicPeriod"/>
            </a:pPr>
            <a:r>
              <a:rPr lang="en-US" sz="2000">
                <a:solidFill>
                  <a:srgbClr val="000000"/>
                </a:solidFill>
                <a:latin typeface="Arial"/>
                <a:ea typeface="Arial"/>
                <a:cs typeface="Arial"/>
                <a:sym typeface="Arial"/>
              </a:rPr>
              <a:t>Not Suitable for Sensitive Information </a:t>
            </a:r>
            <a:endParaRPr sz="2000">
              <a:solidFill>
                <a:srgbClr val="000000"/>
              </a:solidFill>
              <a:latin typeface="Arial"/>
              <a:ea typeface="Arial"/>
              <a:cs typeface="Arial"/>
              <a:sym typeface="Arial"/>
            </a:endParaRPr>
          </a:p>
          <a:p>
            <a:pPr indent="-212725" lvl="0" marL="228600" rtl="0" algn="l">
              <a:lnSpc>
                <a:spcPct val="120000"/>
              </a:lnSpc>
              <a:spcBef>
                <a:spcPts val="1000"/>
              </a:spcBef>
              <a:spcAft>
                <a:spcPts val="0"/>
              </a:spcAft>
              <a:buClr>
                <a:schemeClr val="lt1"/>
              </a:buClr>
              <a:buSzPts val="2000"/>
              <a:buChar char="•"/>
            </a:pPr>
            <a:r>
              <a:t/>
            </a:r>
            <a:endParaRPr sz="2000">
              <a:latin typeface="Arial"/>
              <a:ea typeface="Arial"/>
              <a:cs typeface="Arial"/>
              <a:sym typeface="Arial"/>
            </a:endParaRPr>
          </a:p>
          <a:p>
            <a:pPr indent="-212725" lvl="0" marL="228600" rtl="0" algn="l">
              <a:lnSpc>
                <a:spcPct val="120000"/>
              </a:lnSpc>
              <a:spcBef>
                <a:spcPts val="100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p:txBody>
      </p:sp>
      <p:sp>
        <p:nvSpPr>
          <p:cNvPr id="264" name="Google Shape;264;p5"/>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p6"/>
          <p:cNvSpPr txBox="1"/>
          <p:nvPr>
            <p:ph type="title"/>
          </p:nvPr>
        </p:nvSpPr>
        <p:spPr>
          <a:xfrm>
            <a:off x="1050213" y="618518"/>
            <a:ext cx="9906000" cy="82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Verdana"/>
              <a:buNone/>
            </a:pPr>
            <a:r>
              <a:rPr b="1" i="0" lang="en-US" sz="2400" u="none" strike="noStrike">
                <a:solidFill>
                  <a:srgbClr val="494949"/>
                </a:solidFill>
                <a:latin typeface="Verdana"/>
                <a:ea typeface="Verdana"/>
                <a:cs typeface="Verdana"/>
                <a:sym typeface="Verdana"/>
              </a:rPr>
              <a:t> </a:t>
            </a:r>
            <a:endParaRPr b="1" i="0" sz="2400" u="none" strike="noStrike">
              <a:solidFill>
                <a:srgbClr val="494949"/>
              </a:solidFill>
              <a:latin typeface="Verdana"/>
              <a:ea typeface="Verdana"/>
              <a:cs typeface="Verdana"/>
              <a:sym typeface="Verdana"/>
            </a:endParaRPr>
          </a:p>
          <a:p>
            <a:pPr indent="0" lvl="0" marL="0" rtl="0" algn="l">
              <a:lnSpc>
                <a:spcPct val="90000"/>
              </a:lnSpc>
              <a:spcBef>
                <a:spcPts val="0"/>
              </a:spcBef>
              <a:spcAft>
                <a:spcPts val="0"/>
              </a:spcAft>
              <a:buClr>
                <a:srgbClr val="494949"/>
              </a:buClr>
              <a:buSzPts val="2400"/>
              <a:buFont typeface="Verdana"/>
              <a:buNone/>
            </a:pPr>
            <a:r>
              <a:rPr b="1" lang="en-US" sz="2800">
                <a:solidFill>
                  <a:srgbClr val="494949"/>
                </a:solidFill>
                <a:latin typeface="Verdana"/>
                <a:ea typeface="Verdana"/>
                <a:cs typeface="Verdana"/>
                <a:sym typeface="Verdana"/>
              </a:rPr>
              <a:t>2. </a:t>
            </a:r>
            <a:r>
              <a:rPr b="1" i="0" lang="en-US" sz="2800" u="none" strike="noStrike">
                <a:solidFill>
                  <a:srgbClr val="494949"/>
                </a:solidFill>
                <a:latin typeface="Verdana"/>
                <a:ea typeface="Verdana"/>
                <a:cs typeface="Verdana"/>
                <a:sym typeface="Verdana"/>
              </a:rPr>
              <a:t>MONOALPHABETIC CIPHER</a:t>
            </a:r>
            <a:br>
              <a:rPr b="0" lang="en-US" sz="2400"/>
            </a:br>
            <a:br>
              <a:rPr lang="en-US" sz="2400"/>
            </a:br>
            <a:endParaRPr b="1" i="0" sz="2400" u="none" strike="noStrike">
              <a:solidFill>
                <a:srgbClr val="494949"/>
              </a:solidFill>
              <a:latin typeface="Arial"/>
              <a:ea typeface="Arial"/>
              <a:cs typeface="Arial"/>
              <a:sym typeface="Arial"/>
            </a:endParaRPr>
          </a:p>
        </p:txBody>
      </p:sp>
      <p:sp>
        <p:nvSpPr>
          <p:cNvPr id="270" name="Google Shape;270;p6"/>
          <p:cNvSpPr txBox="1"/>
          <p:nvPr>
            <p:ph idx="1" type="body"/>
          </p:nvPr>
        </p:nvSpPr>
        <p:spPr>
          <a:xfrm>
            <a:off x="1143000" y="1672329"/>
            <a:ext cx="9906000" cy="4501800"/>
          </a:xfrm>
          <a:prstGeom prst="rect">
            <a:avLst/>
          </a:prstGeom>
          <a:noFill/>
          <a:ln>
            <a:noFill/>
          </a:ln>
        </p:spPr>
        <p:txBody>
          <a:bodyPr anchorCtr="0" anchor="t" bIns="45700" lIns="91425" spcFirstLastPara="1" rIns="91425" wrap="square" tIns="45700">
            <a:noAutofit/>
          </a:bodyPr>
          <a:lstStyle/>
          <a:p>
            <a:pPr indent="-165100" lvl="0" marL="228600" rtl="0" algn="just">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A Monoalphabetic cipher also known as </a:t>
            </a:r>
            <a:r>
              <a:rPr b="1" i="0" lang="en-US" sz="2000" u="none" strike="noStrike">
                <a:solidFill>
                  <a:srgbClr val="000000"/>
                </a:solidFill>
                <a:latin typeface="Arial"/>
                <a:ea typeface="Arial"/>
                <a:cs typeface="Arial"/>
                <a:sym typeface="Arial"/>
              </a:rPr>
              <a:t>Simple Substitution cipher.</a:t>
            </a:r>
            <a:endParaRPr sz="2000">
              <a:latin typeface="Arial"/>
              <a:ea typeface="Arial"/>
              <a:cs typeface="Arial"/>
              <a:sym typeface="Arial"/>
            </a:endParaRPr>
          </a:p>
          <a:p>
            <a:pPr indent="-38100" lvl="0" marL="228600" rtl="0" algn="just">
              <a:lnSpc>
                <a:spcPct val="120000"/>
              </a:lnSpc>
              <a:spcBef>
                <a:spcPts val="0"/>
              </a:spcBef>
              <a:spcAft>
                <a:spcPts val="0"/>
              </a:spcAft>
              <a:buClr>
                <a:schemeClr val="lt1"/>
              </a:buClr>
              <a:buSzPts val="3000"/>
              <a:buNone/>
            </a:pPr>
            <a:r>
              <a:t/>
            </a:r>
            <a:endParaRPr sz="2000">
              <a:latin typeface="Arial"/>
              <a:ea typeface="Arial"/>
              <a:cs typeface="Arial"/>
              <a:sym typeface="Arial"/>
            </a:endParaRPr>
          </a:p>
          <a:p>
            <a:pPr indent="-165100" lvl="0" marL="228600" rtl="0" algn="just">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Monoalphabetic cipher is a substitution cipher where each letter of the plain text is replaced with another letter of the alphabet.</a:t>
            </a:r>
            <a:endParaRPr sz="2000">
              <a:latin typeface="Arial"/>
              <a:ea typeface="Arial"/>
              <a:cs typeface="Arial"/>
              <a:sym typeface="Arial"/>
            </a:endParaRPr>
          </a:p>
          <a:p>
            <a:pPr indent="-38100" lvl="0" marL="228600" rtl="0" algn="just">
              <a:lnSpc>
                <a:spcPct val="120000"/>
              </a:lnSpc>
              <a:spcBef>
                <a:spcPts val="0"/>
              </a:spcBef>
              <a:spcAft>
                <a:spcPts val="0"/>
              </a:spcAft>
              <a:buClr>
                <a:schemeClr val="lt1"/>
              </a:buClr>
              <a:buSzPts val="3000"/>
              <a:buNone/>
            </a:pPr>
            <a:r>
              <a:t/>
            </a:r>
            <a:endParaRPr sz="2000">
              <a:latin typeface="Arial"/>
              <a:ea typeface="Arial"/>
              <a:cs typeface="Arial"/>
              <a:sym typeface="Arial"/>
            </a:endParaRPr>
          </a:p>
          <a:p>
            <a:pPr indent="-165100" lvl="0" marL="228600" rtl="0" algn="just">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It uses a</a:t>
            </a:r>
            <a:r>
              <a:rPr b="1" i="0" lang="en-US" sz="2000" u="none" strike="noStrike">
                <a:solidFill>
                  <a:srgbClr val="000000"/>
                </a:solidFill>
                <a:latin typeface="Arial"/>
                <a:ea typeface="Arial"/>
                <a:cs typeface="Arial"/>
                <a:sym typeface="Arial"/>
              </a:rPr>
              <a:t> fixed key </a:t>
            </a:r>
            <a:r>
              <a:rPr i="0" lang="en-US" sz="2000" u="none" strike="noStrike">
                <a:solidFill>
                  <a:srgbClr val="000000"/>
                </a:solidFill>
                <a:latin typeface="Arial"/>
                <a:ea typeface="Arial"/>
                <a:cs typeface="Arial"/>
                <a:sym typeface="Arial"/>
              </a:rPr>
              <a:t>which consist of the 26 letter of a “Shuffled alphabet”.</a:t>
            </a:r>
            <a:endParaRPr sz="2000">
              <a:latin typeface="Arial"/>
              <a:ea typeface="Arial"/>
              <a:cs typeface="Arial"/>
              <a:sym typeface="Arial"/>
            </a:endParaRPr>
          </a:p>
          <a:p>
            <a:pPr indent="-165100" lvl="0" marL="228600" rtl="0" algn="just">
              <a:lnSpc>
                <a:spcPct val="120000"/>
              </a:lnSpc>
              <a:spcBef>
                <a:spcPts val="1000"/>
              </a:spcBef>
              <a:spcAft>
                <a:spcPts val="0"/>
              </a:spcAft>
              <a:buClr>
                <a:schemeClr val="lt1"/>
              </a:buClr>
              <a:buSzPts val="2000"/>
              <a:buChar char="•"/>
            </a:pP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endParaRPr sz="2000">
              <a:latin typeface="Arial"/>
              <a:ea typeface="Arial"/>
              <a:cs typeface="Arial"/>
              <a:sym typeface="Arial"/>
            </a:endParaRPr>
          </a:p>
        </p:txBody>
      </p:sp>
      <p:sp>
        <p:nvSpPr>
          <p:cNvPr id="271" name="Google Shape;271;p6"/>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 name="Shape 275"/>
        <p:cNvGrpSpPr/>
        <p:nvPr/>
      </p:nvGrpSpPr>
      <p:grpSpPr>
        <a:xfrm>
          <a:off x="0" y="0"/>
          <a:ext cx="0" cy="0"/>
          <a:chOff x="0" y="0"/>
          <a:chExt cx="0" cy="0"/>
        </a:xfrm>
      </p:grpSpPr>
      <p:sp>
        <p:nvSpPr>
          <p:cNvPr id="276" name="Google Shape;276;p8"/>
          <p:cNvSpPr txBox="1"/>
          <p:nvPr>
            <p:ph type="title"/>
          </p:nvPr>
        </p:nvSpPr>
        <p:spPr>
          <a:xfrm>
            <a:off x="1141413" y="618518"/>
            <a:ext cx="9905998" cy="82623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t/>
            </a:r>
            <a:endParaRPr b="1" sz="2700">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rPr b="1" i="0" lang="en-US" sz="2700" u="none" strike="noStrike">
                <a:solidFill>
                  <a:srgbClr val="494949"/>
                </a:solidFill>
                <a:latin typeface="Arial"/>
                <a:ea typeface="Arial"/>
                <a:cs typeface="Arial"/>
                <a:sym typeface="Arial"/>
              </a:rPr>
              <a:t>2.MONOALPHABETIC CIPHER</a:t>
            </a: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277" name="Google Shape;277;p8"/>
          <p:cNvSpPr txBox="1"/>
          <p:nvPr>
            <p:ph idx="1" type="body"/>
          </p:nvPr>
        </p:nvSpPr>
        <p:spPr>
          <a:xfrm>
            <a:off x="1260385" y="1544376"/>
            <a:ext cx="9906000" cy="4501800"/>
          </a:xfrm>
          <a:prstGeom prst="rect">
            <a:avLst/>
          </a:prstGeom>
          <a:noFill/>
          <a:ln>
            <a:noFill/>
          </a:ln>
        </p:spPr>
        <p:txBody>
          <a:bodyPr anchorCtr="0" anchor="t" bIns="45700" lIns="91425" spcFirstLastPara="1" rIns="91425" wrap="square" tIns="45700">
            <a:normAutofit/>
          </a:bodyPr>
          <a:lstStyle/>
          <a:p>
            <a:pPr indent="-241300" lvl="0" marL="228600" rtl="0" algn="l">
              <a:lnSpc>
                <a:spcPct val="120000"/>
              </a:lnSpc>
              <a:spcBef>
                <a:spcPts val="0"/>
              </a:spcBef>
              <a:spcAft>
                <a:spcPts val="0"/>
              </a:spcAft>
              <a:buClr>
                <a:srgbClr val="000000"/>
              </a:buClr>
              <a:buSzPts val="2450"/>
              <a:buChar char="•"/>
            </a:pPr>
            <a:r>
              <a:rPr b="1" i="0" lang="en-US" sz="2000" u="none" strike="noStrike">
                <a:solidFill>
                  <a:srgbClr val="000000"/>
                </a:solidFill>
                <a:latin typeface="Arial"/>
                <a:ea typeface="Arial"/>
                <a:cs typeface="Arial"/>
                <a:sym typeface="Arial"/>
              </a:rPr>
              <a:t>Example:</a:t>
            </a:r>
            <a:endParaRPr b="1" sz="1300"/>
          </a:p>
          <a:p>
            <a:pPr indent="-228600" lvl="0" marL="228600" rtl="0" algn="l">
              <a:lnSpc>
                <a:spcPct val="120000"/>
              </a:lnSpc>
              <a:spcBef>
                <a:spcPts val="1000"/>
              </a:spcBef>
              <a:spcAft>
                <a:spcPts val="0"/>
              </a:spcAft>
              <a:buClr>
                <a:schemeClr val="lt1"/>
              </a:buClr>
              <a:buSzPts val="1375"/>
              <a:buChar char="•"/>
            </a:pPr>
            <a:br>
              <a:rPr lang="en-US" sz="1100"/>
            </a:br>
            <a:endParaRPr/>
          </a:p>
        </p:txBody>
      </p:sp>
      <p:pic>
        <p:nvPicPr>
          <p:cNvPr id="278" name="Google Shape;278;p8"/>
          <p:cNvPicPr preferRelativeResize="0"/>
          <p:nvPr/>
        </p:nvPicPr>
        <p:blipFill rotWithShape="1">
          <a:blip r:embed="rId3">
            <a:alphaModFix/>
          </a:blip>
          <a:srcRect b="0" l="0" r="0" t="0"/>
          <a:stretch/>
        </p:blipFill>
        <p:spPr>
          <a:xfrm>
            <a:off x="3251425" y="1258850"/>
            <a:ext cx="4068575" cy="3892450"/>
          </a:xfrm>
          <a:prstGeom prst="rect">
            <a:avLst/>
          </a:prstGeom>
          <a:noFill/>
          <a:ln>
            <a:noFill/>
          </a:ln>
        </p:spPr>
      </p:pic>
      <p:sp>
        <p:nvSpPr>
          <p:cNvPr id="279" name="Google Shape;279;p8"/>
          <p:cNvSpPr txBox="1"/>
          <p:nvPr/>
        </p:nvSpPr>
        <p:spPr>
          <a:xfrm>
            <a:off x="3389025" y="5188475"/>
            <a:ext cx="5648700" cy="181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b="0" i="0" lang="en-US" sz="1800" u="none" cap="none" strike="noStrike">
                <a:solidFill>
                  <a:schemeClr val="lt1"/>
                </a:solidFill>
                <a:latin typeface="Twentieth Century"/>
                <a:ea typeface="Twentieth Century"/>
                <a:cs typeface="Twentieth Century"/>
                <a:sym typeface="Twentieth Century"/>
              </a:rPr>
            </a:br>
            <a:r>
              <a:rPr b="1" i="0" lang="en-US" sz="2000" u="none" cap="none" strike="noStrike">
                <a:solidFill>
                  <a:srgbClr val="000000"/>
                </a:solidFill>
              </a:rPr>
              <a:t>Plain text  : </a:t>
            </a:r>
            <a:r>
              <a:rPr b="0" i="0" lang="en-US" sz="2000" u="none" cap="none" strike="noStrike">
                <a:solidFill>
                  <a:srgbClr val="000000"/>
                </a:solidFill>
                <a:latin typeface="Arial"/>
                <a:ea typeface="Arial"/>
                <a:cs typeface="Arial"/>
                <a:sym typeface="Arial"/>
              </a:rPr>
              <a:t> C R Y P T O G R A P H Y</a:t>
            </a:r>
            <a:endParaRPr b="0" i="0" sz="2000" u="none" cap="none" strike="noStrike">
              <a:solidFill>
                <a:schemeClr val="lt1"/>
              </a:solidFill>
              <a:latin typeface="Twentieth Century"/>
              <a:ea typeface="Twentieth Century"/>
              <a:cs typeface="Twentieth Century"/>
              <a:sym typeface="Twentieth Century"/>
            </a:endParaRPr>
          </a:p>
          <a:p>
            <a:pPr indent="0" lvl="0" marL="0" marR="0" rtl="0" algn="l">
              <a:spcBef>
                <a:spcPts val="0"/>
              </a:spcBef>
              <a:spcAft>
                <a:spcPts val="0"/>
              </a:spcAft>
              <a:buNone/>
            </a:pPr>
            <a:br>
              <a:rPr b="0" i="0" lang="en-US" sz="1800" u="none" cap="none" strike="noStrike">
                <a:solidFill>
                  <a:schemeClr val="lt1"/>
                </a:solidFill>
                <a:latin typeface="Twentieth Century"/>
                <a:ea typeface="Twentieth Century"/>
                <a:cs typeface="Twentieth Century"/>
                <a:sym typeface="Twentieth Century"/>
              </a:rPr>
            </a:br>
            <a:r>
              <a:rPr b="1" i="0" lang="en-US" sz="2000" u="none" cap="none" strike="noStrike">
                <a:solidFill>
                  <a:srgbClr val="000000"/>
                </a:solidFill>
              </a:rPr>
              <a:t>Cipher text : </a:t>
            </a:r>
            <a:r>
              <a:rPr b="0" i="0" lang="en-US" sz="2000" u="none" cap="none" strike="noStrike">
                <a:solidFill>
                  <a:srgbClr val="000000"/>
                </a:solidFill>
                <a:latin typeface="Arial"/>
                <a:ea typeface="Arial"/>
                <a:cs typeface="Arial"/>
                <a:sym typeface="Arial"/>
              </a:rPr>
              <a:t>X  I  B K G L T I  Z  K S B</a:t>
            </a:r>
            <a:endParaRPr b="0" i="0" sz="2000" u="none" cap="none" strike="noStrike">
              <a:solidFill>
                <a:schemeClr val="lt1"/>
              </a:solidFill>
              <a:latin typeface="Twentieth Century"/>
              <a:ea typeface="Twentieth Century"/>
              <a:cs typeface="Twentieth Century"/>
              <a:sym typeface="Twentieth Century"/>
            </a:endParaRPr>
          </a:p>
          <a:p>
            <a:pPr indent="0" lvl="0" marL="0" marR="0" rtl="0" algn="l">
              <a:spcBef>
                <a:spcPts val="0"/>
              </a:spcBef>
              <a:spcAft>
                <a:spcPts val="0"/>
              </a:spcAft>
              <a:buNone/>
            </a:pPr>
            <a:br>
              <a:rPr b="0" i="0" lang="en-US" sz="1800" u="none" cap="none" strike="noStrike">
                <a:solidFill>
                  <a:schemeClr val="lt1"/>
                </a:solidFill>
                <a:latin typeface="Twentieth Century"/>
                <a:ea typeface="Twentieth Century"/>
                <a:cs typeface="Twentieth Century"/>
                <a:sym typeface="Twentieth Century"/>
              </a:rPr>
            </a:br>
            <a:endParaRPr sz="1800">
              <a:solidFill>
                <a:schemeClr val="lt1"/>
              </a:solidFill>
              <a:latin typeface="Twentieth Century"/>
              <a:ea typeface="Twentieth Century"/>
              <a:cs typeface="Twentieth Century"/>
              <a:sym typeface="Twentieth Century"/>
            </a:endParaRPr>
          </a:p>
        </p:txBody>
      </p:sp>
      <p:sp>
        <p:nvSpPr>
          <p:cNvPr id="280" name="Google Shape;280;p8"/>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81" name="Google Shape;281;p8"/>
          <p:cNvSpPr/>
          <p:nvPr/>
        </p:nvSpPr>
        <p:spPr>
          <a:xfrm>
            <a:off x="3117400" y="5566000"/>
            <a:ext cx="271800" cy="271800"/>
          </a:xfrm>
          <a:prstGeom prst="roundRect">
            <a:avLst>
              <a:gd fmla="val 16667" name="adj"/>
            </a:avLst>
          </a:prstGeom>
          <a:solidFill>
            <a:srgbClr val="FFF2CC"/>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
        <p:nvSpPr>
          <p:cNvPr id="282" name="Google Shape;282;p8"/>
          <p:cNvSpPr/>
          <p:nvPr/>
        </p:nvSpPr>
        <p:spPr>
          <a:xfrm flipH="1" rot="10800000">
            <a:off x="3117400" y="6145676"/>
            <a:ext cx="271800" cy="298500"/>
          </a:xfrm>
          <a:prstGeom prst="roundRect">
            <a:avLst>
              <a:gd fmla="val 16667" name="adj"/>
            </a:avLst>
          </a:prstGeom>
          <a:solidFill>
            <a:srgbClr val="CFE2F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7"/>
          <p:cNvSpPr txBox="1"/>
          <p:nvPr>
            <p:ph type="title"/>
          </p:nvPr>
        </p:nvSpPr>
        <p:spPr>
          <a:xfrm>
            <a:off x="1141413" y="618518"/>
            <a:ext cx="9905998" cy="82623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t/>
            </a:r>
            <a:endParaRPr b="1" i="0" sz="2400" u="none" strike="noStrike">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rPr b="1" lang="en-US" sz="2700">
                <a:solidFill>
                  <a:srgbClr val="494949"/>
                </a:solidFill>
                <a:latin typeface="Arial"/>
                <a:ea typeface="Arial"/>
                <a:cs typeface="Arial"/>
                <a:sym typeface="Arial"/>
              </a:rPr>
              <a:t>2. </a:t>
            </a:r>
            <a:r>
              <a:rPr b="1" i="0" lang="en-US" sz="2700" u="none" strike="noStrike">
                <a:solidFill>
                  <a:srgbClr val="494949"/>
                </a:solidFill>
                <a:latin typeface="Arial"/>
                <a:ea typeface="Arial"/>
                <a:cs typeface="Arial"/>
                <a:sym typeface="Arial"/>
              </a:rPr>
              <a:t>MONOALPHABETIC CIPHER</a:t>
            </a: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288" name="Google Shape;288;p7"/>
          <p:cNvSpPr txBox="1"/>
          <p:nvPr>
            <p:ph idx="1" type="body"/>
          </p:nvPr>
        </p:nvSpPr>
        <p:spPr>
          <a:xfrm>
            <a:off x="1141425" y="1544650"/>
            <a:ext cx="9906000" cy="4213800"/>
          </a:xfrm>
          <a:prstGeom prst="rect">
            <a:avLst/>
          </a:prstGeom>
          <a:noFill/>
          <a:ln>
            <a:noFill/>
          </a:ln>
        </p:spPr>
        <p:txBody>
          <a:bodyPr anchorCtr="0" anchor="t" bIns="45700" lIns="91425" spcFirstLastPara="1" rIns="91425" wrap="square" tIns="45700">
            <a:normAutofit/>
          </a:bodyPr>
          <a:lstStyle/>
          <a:p>
            <a:pPr indent="-219075" lvl="0" marL="228600" rtl="0" algn="just">
              <a:lnSpc>
                <a:spcPct val="120000"/>
              </a:lnSpc>
              <a:spcBef>
                <a:spcPts val="0"/>
              </a:spcBef>
              <a:spcAft>
                <a:spcPts val="0"/>
              </a:spcAft>
              <a:buClr>
                <a:srgbClr val="000000"/>
              </a:buClr>
              <a:buSzPts val="2100"/>
              <a:buFont typeface="Arial"/>
              <a:buChar char="•"/>
            </a:pPr>
            <a:r>
              <a:rPr b="1" i="0" lang="en-US" sz="2100" u="none" strike="noStrike">
                <a:solidFill>
                  <a:srgbClr val="000000"/>
                </a:solidFill>
                <a:latin typeface="Arial"/>
                <a:ea typeface="Arial"/>
                <a:cs typeface="Arial"/>
                <a:sym typeface="Arial"/>
              </a:rPr>
              <a:t>Pros:</a:t>
            </a:r>
            <a:endParaRPr b="0" sz="2100">
              <a:latin typeface="Arial"/>
              <a:ea typeface="Arial"/>
              <a:cs typeface="Arial"/>
              <a:sym typeface="Arial"/>
            </a:endParaRPr>
          </a:p>
          <a:p>
            <a:pPr indent="457200" lvl="0" marL="0" rtl="0" algn="just">
              <a:lnSpc>
                <a:spcPct val="120000"/>
              </a:lnSpc>
              <a:spcBef>
                <a:spcPts val="0"/>
              </a:spcBef>
              <a:spcAft>
                <a:spcPts val="0"/>
              </a:spcAft>
              <a:buNone/>
            </a:pPr>
            <a:r>
              <a:rPr lang="en-US" sz="2000">
                <a:solidFill>
                  <a:srgbClr val="000000"/>
                </a:solidFill>
                <a:latin typeface="Arial"/>
                <a:ea typeface="Arial"/>
                <a:cs typeface="Arial"/>
                <a:sym typeface="Arial"/>
              </a:rPr>
              <a:t>1.</a:t>
            </a:r>
            <a:r>
              <a:rPr b="0" i="0" lang="en-US" sz="2000" u="none" strike="noStrike">
                <a:solidFill>
                  <a:srgbClr val="000000"/>
                </a:solidFill>
                <a:latin typeface="Arial"/>
                <a:ea typeface="Arial"/>
                <a:cs typeface="Arial"/>
                <a:sym typeface="Arial"/>
              </a:rPr>
              <a:t> Better Security than Caesar cipher.</a:t>
            </a:r>
            <a:endParaRPr b="0" sz="2000">
              <a:latin typeface="Arial"/>
              <a:ea typeface="Arial"/>
              <a:cs typeface="Arial"/>
              <a:sym typeface="Arial"/>
            </a:endParaRPr>
          </a:p>
          <a:p>
            <a:pPr indent="0" lvl="0" marL="457200" rtl="0" algn="just">
              <a:lnSpc>
                <a:spcPct val="120000"/>
              </a:lnSpc>
              <a:spcBef>
                <a:spcPts val="0"/>
              </a:spcBef>
              <a:spcAft>
                <a:spcPts val="0"/>
              </a:spcAft>
              <a:buNone/>
            </a:pPr>
            <a:r>
              <a:rPr lang="en-US" sz="2000">
                <a:solidFill>
                  <a:srgbClr val="000000"/>
                </a:solidFill>
                <a:latin typeface="Arial"/>
                <a:ea typeface="Arial"/>
                <a:cs typeface="Arial"/>
                <a:sym typeface="Arial"/>
              </a:rPr>
              <a:t>2.</a:t>
            </a:r>
            <a:r>
              <a:rPr b="0" i="0" lang="en-US" sz="2000" u="none" strike="noStrike">
                <a:solidFill>
                  <a:srgbClr val="000000"/>
                </a:solidFill>
                <a:latin typeface="Arial"/>
                <a:ea typeface="Arial"/>
                <a:cs typeface="Arial"/>
                <a:sym typeface="Arial"/>
              </a:rPr>
              <a:t> Provides Encryption and Decryption to data.</a:t>
            </a:r>
            <a:endParaRPr b="0" sz="2000">
              <a:latin typeface="Arial"/>
              <a:ea typeface="Arial"/>
              <a:cs typeface="Arial"/>
              <a:sym typeface="Arial"/>
            </a:endParaRPr>
          </a:p>
          <a:p>
            <a:pPr indent="457200" lvl="0" marL="0" rtl="0" algn="just">
              <a:lnSpc>
                <a:spcPct val="120000"/>
              </a:lnSpc>
              <a:spcBef>
                <a:spcPts val="0"/>
              </a:spcBef>
              <a:spcAft>
                <a:spcPts val="0"/>
              </a:spcAft>
              <a:buNone/>
            </a:pPr>
            <a:r>
              <a:rPr lang="en-US" sz="2000">
                <a:solidFill>
                  <a:srgbClr val="000000"/>
                </a:solidFill>
                <a:latin typeface="Arial"/>
                <a:ea typeface="Arial"/>
                <a:cs typeface="Arial"/>
                <a:sym typeface="Arial"/>
              </a:rPr>
              <a:t>3. </a:t>
            </a:r>
            <a:r>
              <a:rPr b="0" i="0" lang="en-US" sz="2000" u="none" strike="noStrike">
                <a:solidFill>
                  <a:srgbClr val="000000"/>
                </a:solidFill>
                <a:latin typeface="Arial"/>
                <a:ea typeface="Arial"/>
                <a:cs typeface="Arial"/>
                <a:sym typeface="Arial"/>
              </a:rPr>
              <a:t>Maintains a frequency of letters.</a:t>
            </a:r>
            <a:endParaRPr b="0" sz="2000">
              <a:latin typeface="Arial"/>
              <a:ea typeface="Arial"/>
              <a:cs typeface="Arial"/>
              <a:sym typeface="Arial"/>
            </a:endParaRPr>
          </a:p>
          <a:p>
            <a:pPr indent="-69850" lvl="0" marL="228600" rtl="0" algn="just">
              <a:lnSpc>
                <a:spcPct val="120000"/>
              </a:lnSpc>
              <a:spcBef>
                <a:spcPts val="0"/>
              </a:spcBef>
              <a:spcAft>
                <a:spcPts val="0"/>
              </a:spcAft>
              <a:buClr>
                <a:schemeClr val="lt1"/>
              </a:buClr>
              <a:buSzPts val="2500"/>
              <a:buNone/>
            </a:pPr>
            <a:r>
              <a:t/>
            </a:r>
            <a:endParaRPr b="0" sz="2000">
              <a:latin typeface="Arial"/>
              <a:ea typeface="Arial"/>
              <a:cs typeface="Arial"/>
              <a:sym typeface="Arial"/>
            </a:endParaRPr>
          </a:p>
          <a:p>
            <a:pPr indent="-234950" lvl="0" marL="228600" rtl="0" algn="just">
              <a:lnSpc>
                <a:spcPct val="120000"/>
              </a:lnSpc>
              <a:spcBef>
                <a:spcPts val="0"/>
              </a:spcBef>
              <a:spcAft>
                <a:spcPts val="0"/>
              </a:spcAft>
              <a:buClr>
                <a:srgbClr val="000000"/>
              </a:buClr>
              <a:buSzPts val="2600"/>
              <a:buChar char="•"/>
            </a:pPr>
            <a:r>
              <a:rPr b="1" i="0" lang="en-US" sz="2100" u="none" strike="noStrike">
                <a:solidFill>
                  <a:srgbClr val="000000"/>
                </a:solidFill>
                <a:latin typeface="Arial"/>
                <a:ea typeface="Arial"/>
                <a:cs typeface="Arial"/>
                <a:sym typeface="Arial"/>
              </a:rPr>
              <a:t> Cons:</a:t>
            </a:r>
            <a:endParaRPr b="0" sz="2100">
              <a:latin typeface="Arial"/>
              <a:ea typeface="Arial"/>
              <a:cs typeface="Arial"/>
              <a:sym typeface="Arial"/>
            </a:endParaRPr>
          </a:p>
          <a:p>
            <a:pPr indent="457200" lvl="0" marL="0" rtl="0" algn="just">
              <a:lnSpc>
                <a:spcPct val="120000"/>
              </a:lnSpc>
              <a:spcBef>
                <a:spcPts val="0"/>
              </a:spcBef>
              <a:spcAft>
                <a:spcPts val="0"/>
              </a:spcAft>
              <a:buNone/>
            </a:pPr>
            <a:r>
              <a:rPr lang="en-US" sz="2000">
                <a:solidFill>
                  <a:srgbClr val="000000"/>
                </a:solidFill>
                <a:latin typeface="Arial"/>
                <a:ea typeface="Arial"/>
                <a:cs typeface="Arial"/>
                <a:sym typeface="Arial"/>
              </a:rPr>
              <a:t>1. </a:t>
            </a:r>
            <a:r>
              <a:rPr b="0" i="0" lang="en-US" sz="2000" u="none" strike="noStrike">
                <a:solidFill>
                  <a:srgbClr val="000000"/>
                </a:solidFill>
                <a:latin typeface="Arial"/>
                <a:ea typeface="Arial"/>
                <a:cs typeface="Arial"/>
                <a:sym typeface="Arial"/>
              </a:rPr>
              <a:t>Less secure than a polyalphabetic cipher.</a:t>
            </a:r>
            <a:endParaRPr b="0" sz="2000">
              <a:latin typeface="Arial"/>
              <a:ea typeface="Arial"/>
              <a:cs typeface="Arial"/>
              <a:sym typeface="Arial"/>
            </a:endParaRPr>
          </a:p>
          <a:p>
            <a:pPr indent="457200" lvl="0" marL="0" rtl="0" algn="l">
              <a:lnSpc>
                <a:spcPct val="120000"/>
              </a:lnSpc>
              <a:spcBef>
                <a:spcPts val="0"/>
              </a:spcBef>
              <a:spcAft>
                <a:spcPts val="0"/>
              </a:spcAft>
              <a:buNone/>
            </a:pPr>
            <a:r>
              <a:rPr lang="en-US" sz="2000">
                <a:solidFill>
                  <a:srgbClr val="000000"/>
                </a:solidFill>
                <a:latin typeface="Arial"/>
                <a:ea typeface="Arial"/>
                <a:cs typeface="Arial"/>
                <a:sym typeface="Arial"/>
              </a:rPr>
              <a:t>2. </a:t>
            </a:r>
            <a:r>
              <a:rPr b="0" i="0" lang="en-US" sz="2000" u="none" strike="noStrike">
                <a:solidFill>
                  <a:srgbClr val="000000"/>
                </a:solidFill>
                <a:latin typeface="Arial"/>
                <a:ea typeface="Arial"/>
                <a:cs typeface="Arial"/>
                <a:sym typeface="Arial"/>
              </a:rPr>
              <a:t>The English Language is used so the nature of</a:t>
            </a:r>
            <a:r>
              <a:rPr i="0" lang="en-US" sz="2000" u="none" strike="noStrike">
                <a:solidFill>
                  <a:srgbClr val="000000"/>
                </a:solidFill>
                <a:latin typeface="Arial"/>
                <a:ea typeface="Arial"/>
                <a:cs typeface="Arial"/>
                <a:sym typeface="Arial"/>
              </a:rPr>
              <a:t> </a:t>
            </a:r>
            <a:r>
              <a:rPr b="0" i="0" lang="en-US" sz="2000" u="none" strike="noStrike">
                <a:solidFill>
                  <a:srgbClr val="000000"/>
                </a:solidFill>
                <a:latin typeface="Arial"/>
                <a:ea typeface="Arial"/>
                <a:cs typeface="Arial"/>
                <a:sym typeface="Arial"/>
              </a:rPr>
              <a:t> plain text is known.</a:t>
            </a:r>
            <a:endParaRPr b="0" sz="2000">
              <a:latin typeface="Arial"/>
              <a:ea typeface="Arial"/>
              <a:cs typeface="Arial"/>
              <a:sym typeface="Arial"/>
            </a:endParaRPr>
          </a:p>
          <a:p>
            <a:pPr indent="-228600" lvl="0" marL="228600" rtl="0" algn="l">
              <a:lnSpc>
                <a:spcPct val="120000"/>
              </a:lnSpc>
              <a:spcBef>
                <a:spcPts val="1000"/>
              </a:spcBef>
              <a:spcAft>
                <a:spcPts val="0"/>
              </a:spcAft>
              <a:buClr>
                <a:schemeClr val="lt1"/>
              </a:buClr>
              <a:buSzPts val="2500"/>
              <a:buChar char="•"/>
            </a:pPr>
            <a:br>
              <a:rPr lang="en-US" sz="2000">
                <a:latin typeface="Arial"/>
                <a:ea typeface="Arial"/>
                <a:cs typeface="Arial"/>
                <a:sym typeface="Arial"/>
              </a:rPr>
            </a:br>
            <a:endParaRPr sz="2000">
              <a:latin typeface="Arial"/>
              <a:ea typeface="Arial"/>
              <a:cs typeface="Arial"/>
              <a:sym typeface="Arial"/>
            </a:endParaRPr>
          </a:p>
        </p:txBody>
      </p:sp>
      <p:sp>
        <p:nvSpPr>
          <p:cNvPr id="289" name="Google Shape;289;p7"/>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3" name="Shape 293"/>
        <p:cNvGrpSpPr/>
        <p:nvPr/>
      </p:nvGrpSpPr>
      <p:grpSpPr>
        <a:xfrm>
          <a:off x="0" y="0"/>
          <a:ext cx="0" cy="0"/>
          <a:chOff x="0" y="0"/>
          <a:chExt cx="0" cy="0"/>
        </a:xfrm>
      </p:grpSpPr>
      <p:sp>
        <p:nvSpPr>
          <p:cNvPr id="294" name="Google Shape;294;p9"/>
          <p:cNvSpPr txBox="1"/>
          <p:nvPr>
            <p:ph type="title"/>
          </p:nvPr>
        </p:nvSpPr>
        <p:spPr>
          <a:xfrm>
            <a:off x="1143000" y="509068"/>
            <a:ext cx="9906000" cy="82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t/>
            </a:r>
            <a:endParaRPr b="1" i="0" sz="2700" u="none" strike="noStrike">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rPr b="1" lang="en-US" sz="2700">
                <a:solidFill>
                  <a:srgbClr val="494949"/>
                </a:solidFill>
                <a:latin typeface="Arial"/>
                <a:ea typeface="Arial"/>
                <a:cs typeface="Arial"/>
                <a:sym typeface="Arial"/>
              </a:rPr>
              <a:t>3. </a:t>
            </a:r>
            <a:r>
              <a:rPr b="1" i="0" lang="en-US" sz="2700" u="none" strike="noStrike">
                <a:solidFill>
                  <a:srgbClr val="494949"/>
                </a:solidFill>
                <a:latin typeface="Arial"/>
                <a:ea typeface="Arial"/>
                <a:cs typeface="Arial"/>
                <a:sym typeface="Arial"/>
              </a:rPr>
              <a:t>PLAYFAIR CIPHER </a:t>
            </a: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295" name="Google Shape;295;p9"/>
          <p:cNvSpPr txBox="1"/>
          <p:nvPr>
            <p:ph idx="1" type="body"/>
          </p:nvPr>
        </p:nvSpPr>
        <p:spPr>
          <a:xfrm>
            <a:off x="1296875" y="1295100"/>
            <a:ext cx="9906000" cy="5562900"/>
          </a:xfrm>
          <a:prstGeom prst="rect">
            <a:avLst/>
          </a:prstGeom>
          <a:noFill/>
          <a:ln>
            <a:noFill/>
          </a:ln>
        </p:spPr>
        <p:txBody>
          <a:bodyPr anchorCtr="0" anchor="t" bIns="45700" lIns="91425" spcFirstLastPara="1" rIns="91425" wrap="square" tIns="45700">
            <a:noAutofit/>
          </a:bodyPr>
          <a:lstStyle/>
          <a:p>
            <a:pPr indent="-196850" lvl="0" marL="228600" rtl="0" algn="just">
              <a:lnSpc>
                <a:spcPct val="120000"/>
              </a:lnSpc>
              <a:spcBef>
                <a:spcPts val="0"/>
              </a:spcBef>
              <a:spcAft>
                <a:spcPts val="0"/>
              </a:spcAft>
              <a:buClr>
                <a:srgbClr val="000000"/>
              </a:buClr>
              <a:buSzPts val="2000"/>
              <a:buFont typeface="Arial"/>
              <a:buChar char="•"/>
            </a:pPr>
            <a:r>
              <a:rPr i="0" lang="en-US" sz="2000" u="none" strike="noStrike">
                <a:solidFill>
                  <a:srgbClr val="000000"/>
                </a:solidFill>
                <a:latin typeface="Arial"/>
                <a:ea typeface="Arial"/>
                <a:cs typeface="Arial"/>
                <a:sym typeface="Arial"/>
              </a:rPr>
              <a:t>A Playfair cipher also known as </a:t>
            </a:r>
            <a:r>
              <a:rPr b="1" i="0" lang="en-US" sz="2000" u="none" strike="noStrike">
                <a:solidFill>
                  <a:srgbClr val="000000"/>
                </a:solidFill>
                <a:latin typeface="Arial"/>
                <a:ea typeface="Arial"/>
                <a:cs typeface="Arial"/>
                <a:sym typeface="Arial"/>
              </a:rPr>
              <a:t>A Digraph Substitution cipher </a:t>
            </a:r>
            <a:r>
              <a:rPr i="0" lang="en-US" sz="2000" u="none" strike="noStrike">
                <a:solidFill>
                  <a:srgbClr val="000000"/>
                </a:solidFill>
                <a:latin typeface="Arial"/>
                <a:ea typeface="Arial"/>
                <a:cs typeface="Arial"/>
                <a:sym typeface="Arial"/>
              </a:rPr>
              <a:t>that</a:t>
            </a:r>
            <a:endParaRPr sz="2000">
              <a:latin typeface="Arial"/>
              <a:ea typeface="Arial"/>
              <a:cs typeface="Arial"/>
              <a:sym typeface="Arial"/>
            </a:endParaRPr>
          </a:p>
          <a:p>
            <a:pPr indent="0" lvl="0" marL="228600" rtl="0" algn="just">
              <a:lnSpc>
                <a:spcPct val="120000"/>
              </a:lnSpc>
              <a:spcBef>
                <a:spcPts val="0"/>
              </a:spcBef>
              <a:spcAft>
                <a:spcPts val="0"/>
              </a:spcAft>
              <a:buNone/>
            </a:pPr>
            <a:r>
              <a:rPr i="0" lang="en-US" sz="2000" u="none" strike="noStrike">
                <a:solidFill>
                  <a:srgbClr val="000000"/>
                </a:solidFill>
                <a:latin typeface="Arial"/>
                <a:ea typeface="Arial"/>
                <a:cs typeface="Arial"/>
                <a:sym typeface="Arial"/>
              </a:rPr>
              <a:t>encrypts pairs of letters instead of single letters. </a:t>
            </a:r>
            <a:endParaRPr sz="2000">
              <a:latin typeface="Arial"/>
              <a:ea typeface="Arial"/>
              <a:cs typeface="Arial"/>
              <a:sym typeface="Arial"/>
            </a:endParaRPr>
          </a:p>
          <a:p>
            <a:pPr indent="-196850" lvl="0" marL="228600" rtl="0" algn="just">
              <a:lnSpc>
                <a:spcPct val="120000"/>
              </a:lnSpc>
              <a:spcBef>
                <a:spcPts val="0"/>
              </a:spcBef>
              <a:spcAft>
                <a:spcPts val="0"/>
              </a:spcAft>
              <a:buClr>
                <a:srgbClr val="000000"/>
              </a:buClr>
              <a:buSzPts val="2000"/>
              <a:buFont typeface="Arial"/>
              <a:buChar char="•"/>
            </a:pPr>
            <a:r>
              <a:rPr i="0" lang="en-US" sz="2000" u="none" strike="noStrike">
                <a:solidFill>
                  <a:srgbClr val="000000"/>
                </a:solidFill>
                <a:latin typeface="Arial"/>
                <a:ea typeface="Arial"/>
                <a:cs typeface="Arial"/>
                <a:sym typeface="Arial"/>
              </a:rPr>
              <a:t>Invented in </a:t>
            </a:r>
            <a:r>
              <a:rPr b="1" i="0" lang="en-US" sz="2000" u="none" strike="noStrike">
                <a:solidFill>
                  <a:srgbClr val="000000"/>
                </a:solidFill>
                <a:latin typeface="Arial"/>
                <a:ea typeface="Arial"/>
                <a:cs typeface="Arial"/>
                <a:sym typeface="Arial"/>
              </a:rPr>
              <a:t>1854 </a:t>
            </a:r>
            <a:r>
              <a:rPr i="0" lang="en-US" sz="2000" u="none" strike="noStrike">
                <a:solidFill>
                  <a:srgbClr val="000000"/>
                </a:solidFill>
                <a:latin typeface="Arial"/>
                <a:ea typeface="Arial"/>
                <a:cs typeface="Arial"/>
                <a:sym typeface="Arial"/>
              </a:rPr>
              <a:t>by </a:t>
            </a:r>
            <a:r>
              <a:rPr b="1" i="0" lang="en-US" sz="2000" u="none" strike="noStrike">
                <a:solidFill>
                  <a:srgbClr val="000000"/>
                </a:solidFill>
                <a:latin typeface="Arial"/>
                <a:ea typeface="Arial"/>
                <a:cs typeface="Arial"/>
                <a:sym typeface="Arial"/>
              </a:rPr>
              <a:t>Charles Wheatstone</a:t>
            </a:r>
            <a:r>
              <a:rPr i="0" lang="en-US" sz="2000" u="none" strike="noStrike">
                <a:solidFill>
                  <a:srgbClr val="000000"/>
                </a:solidFill>
                <a:latin typeface="Arial"/>
                <a:ea typeface="Arial"/>
                <a:cs typeface="Arial"/>
                <a:sym typeface="Arial"/>
              </a:rPr>
              <a:t>.</a:t>
            </a:r>
            <a:endParaRPr sz="2000">
              <a:latin typeface="Arial"/>
              <a:ea typeface="Arial"/>
              <a:cs typeface="Arial"/>
              <a:sym typeface="Arial"/>
            </a:endParaRPr>
          </a:p>
          <a:p>
            <a:pPr indent="-196850" lvl="0" marL="228600" rtl="0" algn="l">
              <a:lnSpc>
                <a:spcPct val="120000"/>
              </a:lnSpc>
              <a:spcBef>
                <a:spcPts val="0"/>
              </a:spcBef>
              <a:spcAft>
                <a:spcPts val="0"/>
              </a:spcAft>
              <a:buClr>
                <a:schemeClr val="lt1"/>
              </a:buClr>
              <a:buSzPts val="2000"/>
              <a:buChar char="•"/>
            </a:pPr>
            <a:r>
              <a:t/>
            </a:r>
            <a:endParaRPr sz="2000">
              <a:latin typeface="Arial"/>
              <a:ea typeface="Arial"/>
              <a:cs typeface="Arial"/>
              <a:sym typeface="Arial"/>
            </a:endParaRPr>
          </a:p>
          <a:p>
            <a:pPr indent="-219075" lvl="0" marL="228600" rtl="0" algn="l">
              <a:lnSpc>
                <a:spcPct val="120000"/>
              </a:lnSpc>
              <a:spcBef>
                <a:spcPts val="0"/>
              </a:spcBef>
              <a:spcAft>
                <a:spcPts val="0"/>
              </a:spcAft>
              <a:buClr>
                <a:srgbClr val="000000"/>
              </a:buClr>
              <a:buSzPts val="2100"/>
              <a:buChar char="•"/>
            </a:pPr>
            <a:r>
              <a:rPr b="1" i="0" lang="en-US" sz="2100" u="none" strike="noStrike">
                <a:solidFill>
                  <a:srgbClr val="000000"/>
                </a:solidFill>
                <a:latin typeface="Arial"/>
                <a:ea typeface="Arial"/>
                <a:cs typeface="Arial"/>
                <a:sym typeface="Arial"/>
              </a:rPr>
              <a:t>Encryption Rules:</a:t>
            </a:r>
            <a:endParaRPr sz="2100">
              <a:latin typeface="Arial"/>
              <a:ea typeface="Arial"/>
              <a:cs typeface="Arial"/>
              <a:sym typeface="Arial"/>
            </a:endParaRPr>
          </a:p>
          <a:p>
            <a:pPr indent="0" lvl="0" marL="228600" rtl="0" algn="l">
              <a:lnSpc>
                <a:spcPct val="120000"/>
              </a:lnSpc>
              <a:spcBef>
                <a:spcPts val="0"/>
              </a:spcBef>
              <a:spcAft>
                <a:spcPts val="0"/>
              </a:spcAft>
              <a:buNone/>
            </a:pPr>
            <a:r>
              <a:rPr lang="en-US" sz="2000">
                <a:solidFill>
                  <a:srgbClr val="000000"/>
                </a:solidFill>
                <a:latin typeface="Arial"/>
                <a:ea typeface="Arial"/>
                <a:cs typeface="Arial"/>
                <a:sym typeface="Arial"/>
              </a:rPr>
              <a:t>1. </a:t>
            </a:r>
            <a:r>
              <a:rPr i="0" lang="en-US" sz="2000" u="none" strike="noStrike">
                <a:solidFill>
                  <a:srgbClr val="000000"/>
                </a:solidFill>
                <a:latin typeface="Arial"/>
                <a:ea typeface="Arial"/>
                <a:cs typeface="Arial"/>
                <a:sym typeface="Arial"/>
              </a:rPr>
              <a:t>Create The Grid(Key Square)</a:t>
            </a:r>
            <a:endParaRPr sz="2000">
              <a:latin typeface="Arial"/>
              <a:ea typeface="Arial"/>
              <a:cs typeface="Arial"/>
              <a:sym typeface="Arial"/>
            </a:endParaRPr>
          </a:p>
          <a:p>
            <a:pPr indent="0" lvl="0" marL="228600" rtl="0" algn="l">
              <a:lnSpc>
                <a:spcPct val="120000"/>
              </a:lnSpc>
              <a:spcBef>
                <a:spcPts val="0"/>
              </a:spcBef>
              <a:spcAft>
                <a:spcPts val="0"/>
              </a:spcAft>
              <a:buNone/>
            </a:pPr>
            <a:r>
              <a:rPr lang="en-US" sz="2000">
                <a:solidFill>
                  <a:srgbClr val="000000"/>
                </a:solidFill>
                <a:latin typeface="Arial"/>
                <a:ea typeface="Arial"/>
                <a:cs typeface="Arial"/>
                <a:sym typeface="Arial"/>
              </a:rPr>
              <a:t>2. </a:t>
            </a:r>
            <a:r>
              <a:rPr i="0" lang="en-US" sz="2000" u="none" strike="noStrike">
                <a:solidFill>
                  <a:srgbClr val="000000"/>
                </a:solidFill>
                <a:latin typeface="Arial"/>
                <a:ea typeface="Arial"/>
                <a:cs typeface="Arial"/>
                <a:sym typeface="Arial"/>
              </a:rPr>
              <a:t>Prepare The Plaintext</a:t>
            </a:r>
            <a:endParaRPr sz="2000">
              <a:latin typeface="Arial"/>
              <a:ea typeface="Arial"/>
              <a:cs typeface="Arial"/>
              <a:sym typeface="Arial"/>
            </a:endParaRPr>
          </a:p>
          <a:p>
            <a:pPr indent="0" lvl="0" marL="228600" rtl="0" algn="l">
              <a:lnSpc>
                <a:spcPct val="120000"/>
              </a:lnSpc>
              <a:spcBef>
                <a:spcPts val="0"/>
              </a:spcBef>
              <a:spcAft>
                <a:spcPts val="0"/>
              </a:spcAft>
              <a:buNone/>
            </a:pPr>
            <a:r>
              <a:rPr lang="en-US" sz="2000">
                <a:solidFill>
                  <a:srgbClr val="000000"/>
                </a:solidFill>
                <a:latin typeface="Arial"/>
                <a:ea typeface="Arial"/>
                <a:cs typeface="Arial"/>
                <a:sym typeface="Arial"/>
              </a:rPr>
              <a:t>3. </a:t>
            </a:r>
            <a:r>
              <a:rPr i="0" lang="en-US" sz="2000" u="none" strike="noStrike">
                <a:solidFill>
                  <a:srgbClr val="000000"/>
                </a:solidFill>
                <a:latin typeface="Arial"/>
                <a:ea typeface="Arial"/>
                <a:cs typeface="Arial"/>
                <a:sym typeface="Arial"/>
              </a:rPr>
              <a:t>Encrypt The Pairs</a:t>
            </a:r>
            <a:endParaRPr i="0" sz="2000" u="none" strike="noStrike">
              <a:solidFill>
                <a:srgbClr val="000000"/>
              </a:solidFill>
              <a:latin typeface="Arial"/>
              <a:ea typeface="Arial"/>
              <a:cs typeface="Arial"/>
              <a:sym typeface="Arial"/>
            </a:endParaRPr>
          </a:p>
          <a:p>
            <a:pPr indent="-219075" lvl="0" marL="228600" rtl="0" algn="l">
              <a:lnSpc>
                <a:spcPct val="120000"/>
              </a:lnSpc>
              <a:spcBef>
                <a:spcPts val="0"/>
              </a:spcBef>
              <a:spcAft>
                <a:spcPts val="0"/>
              </a:spcAft>
              <a:buClr>
                <a:srgbClr val="000000"/>
              </a:buClr>
              <a:buSzPts val="2100"/>
              <a:buFont typeface="Arial"/>
              <a:buChar char="•"/>
            </a:pPr>
            <a:r>
              <a:rPr b="1" lang="en-US" sz="2100">
                <a:solidFill>
                  <a:srgbClr val="000000"/>
                </a:solidFill>
                <a:latin typeface="Arial"/>
                <a:ea typeface="Arial"/>
                <a:cs typeface="Arial"/>
                <a:sym typeface="Arial"/>
              </a:rPr>
              <a:t>Example:</a:t>
            </a:r>
            <a:endParaRPr sz="2100">
              <a:solidFill>
                <a:srgbClr val="000000"/>
              </a:solidFill>
              <a:latin typeface="Arial"/>
              <a:ea typeface="Arial"/>
              <a:cs typeface="Arial"/>
              <a:sym typeface="Arial"/>
            </a:endParaRPr>
          </a:p>
          <a:p>
            <a:pPr indent="0" lvl="0" marL="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0" lvl="0" marL="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0" lvl="0" marL="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0" lvl="0" marL="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196850" lvl="0" marL="228600" rtl="0" algn="l">
              <a:lnSpc>
                <a:spcPct val="120000"/>
              </a:lnSpc>
              <a:spcBef>
                <a:spcPts val="1000"/>
              </a:spcBef>
              <a:spcAft>
                <a:spcPts val="0"/>
              </a:spcAft>
              <a:buClr>
                <a:schemeClr val="lt1"/>
              </a:buClr>
              <a:buSzPts val="2000"/>
              <a:buChar char="•"/>
            </a:pP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endParaRPr sz="2000">
              <a:latin typeface="Arial"/>
              <a:ea typeface="Arial"/>
              <a:cs typeface="Arial"/>
              <a:sym typeface="Arial"/>
            </a:endParaRPr>
          </a:p>
        </p:txBody>
      </p:sp>
      <p:graphicFrame>
        <p:nvGraphicFramePr>
          <p:cNvPr id="296" name="Google Shape;296;p9"/>
          <p:cNvGraphicFramePr/>
          <p:nvPr/>
        </p:nvGraphicFramePr>
        <p:xfrm>
          <a:off x="1408450" y="4815375"/>
          <a:ext cx="3000000" cy="3000000"/>
        </p:xfrm>
        <a:graphic>
          <a:graphicData uri="http://schemas.openxmlformats.org/drawingml/2006/table">
            <a:tbl>
              <a:tblPr>
                <a:noFill/>
                <a:tableStyleId>{1838E280-6EC6-48ED-98D5-CD3D88B36AA0}</a:tableStyleId>
              </a:tblPr>
              <a:tblGrid>
                <a:gridCol w="2686675"/>
                <a:gridCol w="3344200"/>
                <a:gridCol w="3344200"/>
              </a:tblGrid>
              <a:tr h="1676825">
                <a:tc>
                  <a:txBody>
                    <a:bodyPr/>
                    <a:lstStyle/>
                    <a:p>
                      <a:pPr indent="0" lvl="0" marL="0" rtl="0" algn="l">
                        <a:lnSpc>
                          <a:spcPct val="120000"/>
                        </a:lnSpc>
                        <a:spcBef>
                          <a:spcPts val="0"/>
                        </a:spcBef>
                        <a:spcAft>
                          <a:spcPts val="0"/>
                        </a:spcAft>
                        <a:buNone/>
                      </a:pPr>
                      <a:r>
                        <a:rPr b="1" lang="en-US" sz="2100">
                          <a:solidFill>
                            <a:schemeClr val="dk1"/>
                          </a:solidFill>
                        </a:rPr>
                        <a:t>Key </a:t>
                      </a:r>
                      <a:r>
                        <a:rPr b="1" lang="en-US" sz="2000">
                          <a:solidFill>
                            <a:schemeClr val="dk1"/>
                          </a:solidFill>
                        </a:rPr>
                        <a:t>:</a:t>
                      </a:r>
                      <a:r>
                        <a:rPr lang="en-US" sz="2000">
                          <a:solidFill>
                            <a:schemeClr val="dk1"/>
                          </a:solidFill>
                        </a:rPr>
                        <a:t> Secret		</a:t>
                      </a:r>
                      <a:endParaRPr sz="2000">
                        <a:solidFill>
                          <a:schemeClr val="dk1"/>
                        </a:solidFill>
                      </a:endParaRPr>
                    </a:p>
                    <a:p>
                      <a:pPr indent="0" lvl="0" marL="0" rtl="0" algn="l">
                        <a:lnSpc>
                          <a:spcPct val="120000"/>
                        </a:lnSpc>
                        <a:spcBef>
                          <a:spcPts val="0"/>
                        </a:spcBef>
                        <a:spcAft>
                          <a:spcPts val="0"/>
                        </a:spcAft>
                        <a:buNone/>
                      </a:pPr>
                      <a:r>
                        <a:rPr b="1" lang="en-US" sz="2100">
                          <a:solidFill>
                            <a:schemeClr val="dk1"/>
                          </a:solidFill>
                        </a:rPr>
                        <a:t>Plain Text </a:t>
                      </a:r>
                      <a:r>
                        <a:rPr b="1" lang="en-US" sz="2000">
                          <a:solidFill>
                            <a:schemeClr val="dk1"/>
                          </a:solidFill>
                        </a:rPr>
                        <a:t>:</a:t>
                      </a:r>
                      <a:r>
                        <a:rPr lang="en-US" sz="2000">
                          <a:solidFill>
                            <a:schemeClr val="dk1"/>
                          </a:solidFill>
                        </a:rPr>
                        <a:t> Message</a:t>
                      </a:r>
                      <a:endParaRPr sz="2000">
                        <a:solidFill>
                          <a:schemeClr val="dk1"/>
                        </a:solidFill>
                      </a:endParaRPr>
                    </a:p>
                    <a:p>
                      <a:pPr indent="0" lvl="0" marL="0" rtl="0" algn="l">
                        <a:lnSpc>
                          <a:spcPct val="120000"/>
                        </a:lnSpc>
                        <a:spcBef>
                          <a:spcPts val="0"/>
                        </a:spcBef>
                        <a:spcAft>
                          <a:spcPts val="0"/>
                        </a:spcAft>
                        <a:buNone/>
                      </a:pPr>
                      <a:r>
                        <a:rPr b="1" lang="en-US" sz="2000"/>
                        <a:t>Pair of Plain Text :</a:t>
                      </a:r>
                      <a:endParaRPr b="1" sz="2000"/>
                    </a:p>
                    <a:p>
                      <a:pPr indent="0" lvl="0" marL="0" rtl="0" algn="l">
                        <a:lnSpc>
                          <a:spcPct val="120000"/>
                        </a:lnSpc>
                        <a:spcBef>
                          <a:spcPts val="0"/>
                        </a:spcBef>
                        <a:spcAft>
                          <a:spcPts val="0"/>
                        </a:spcAft>
                        <a:buNone/>
                      </a:pPr>
                      <a:r>
                        <a:rPr lang="en-US" sz="2000"/>
                        <a:t>Me sx sa ge</a:t>
                      </a:r>
                      <a:endParaRPr sz="2000"/>
                    </a:p>
                  </a:txBody>
                  <a:tcPr marT="91425" marB="91425" marR="91425" marL="91425"/>
                </a:tc>
                <a:tc>
                  <a:txBody>
                    <a:bodyPr/>
                    <a:lstStyle/>
                    <a:p>
                      <a:pPr indent="0" lvl="0" marL="0" rtl="0" algn="l">
                        <a:lnSpc>
                          <a:spcPct val="120000"/>
                        </a:lnSpc>
                        <a:spcBef>
                          <a:spcPts val="0"/>
                        </a:spcBef>
                        <a:spcAft>
                          <a:spcPts val="0"/>
                        </a:spcAft>
                        <a:buNone/>
                      </a:pPr>
                      <a:r>
                        <a:rPr b="1" lang="en-US" sz="2100">
                          <a:solidFill>
                            <a:schemeClr val="dk1"/>
                          </a:solidFill>
                        </a:rPr>
                        <a:t>  Grid Matrix(5 * 5):</a:t>
                      </a:r>
                      <a:endParaRPr b="1" sz="2100">
                        <a:solidFill>
                          <a:schemeClr val="dk1"/>
                        </a:solidFill>
                      </a:endParaRPr>
                    </a:p>
                    <a:p>
                      <a:pPr indent="0" lvl="0" marL="0" rtl="0" algn="l">
                        <a:lnSpc>
                          <a:spcPct val="120000"/>
                        </a:lnSpc>
                        <a:spcBef>
                          <a:spcPts val="0"/>
                        </a:spcBef>
                        <a:spcAft>
                          <a:spcPts val="0"/>
                        </a:spcAft>
                        <a:buNone/>
                      </a:pPr>
                      <a:r>
                        <a:rPr lang="en-US" sz="1431">
                          <a:solidFill>
                            <a:schemeClr val="dk1"/>
                          </a:solidFill>
                        </a:rPr>
                        <a:t>  s e c r t </a:t>
                      </a:r>
                      <a:endParaRPr sz="1431">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1431">
                          <a:solidFill>
                            <a:schemeClr val="dk1"/>
                          </a:solidFill>
                        </a:rPr>
                        <a:t>  a b d f g </a:t>
                      </a:r>
                      <a:endParaRPr sz="1431">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1431">
                          <a:solidFill>
                            <a:schemeClr val="dk1"/>
                          </a:solidFill>
                        </a:rPr>
                        <a:t>  h i k l m </a:t>
                      </a:r>
                      <a:endParaRPr sz="1431">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1431">
                          <a:solidFill>
                            <a:schemeClr val="dk1"/>
                          </a:solidFill>
                        </a:rPr>
                        <a:t>  n o p q u </a:t>
                      </a:r>
                      <a:endParaRPr sz="1431">
                        <a:solidFill>
                          <a:schemeClr val="dk1"/>
                        </a:solidFill>
                      </a:endParaRPr>
                    </a:p>
                    <a:p>
                      <a:pPr indent="0" lvl="0" marL="0" rtl="0" algn="l">
                        <a:lnSpc>
                          <a:spcPct val="120000"/>
                        </a:lnSpc>
                        <a:spcBef>
                          <a:spcPts val="0"/>
                        </a:spcBef>
                        <a:spcAft>
                          <a:spcPts val="0"/>
                        </a:spcAft>
                        <a:buNone/>
                      </a:pPr>
                      <a:r>
                        <a:rPr lang="en-US" sz="1431">
                          <a:solidFill>
                            <a:schemeClr val="dk1"/>
                          </a:solidFill>
                        </a:rPr>
                        <a:t>  v w x y z </a:t>
                      </a:r>
                      <a:endParaRPr sz="600"/>
                    </a:p>
                  </a:txBody>
                  <a:tcPr marT="91425" marB="91425" marR="91425" marL="91425"/>
                </a:tc>
                <a:tc>
                  <a:txBody>
                    <a:bodyPr/>
                    <a:lstStyle/>
                    <a:p>
                      <a:pPr indent="0" lvl="0" marL="0" rtl="0" algn="l">
                        <a:lnSpc>
                          <a:spcPct val="120000"/>
                        </a:lnSpc>
                        <a:spcBef>
                          <a:spcPts val="0"/>
                        </a:spcBef>
                        <a:spcAft>
                          <a:spcPts val="0"/>
                        </a:spcAft>
                        <a:buClr>
                          <a:schemeClr val="dk1"/>
                        </a:buClr>
                        <a:buSzPts val="1100"/>
                        <a:buFont typeface="Arial"/>
                        <a:buNone/>
                      </a:pPr>
                      <a:r>
                        <a:rPr b="1" lang="en-US" sz="2100">
                          <a:solidFill>
                            <a:schemeClr val="dk1"/>
                          </a:solidFill>
                        </a:rPr>
                        <a:t>Encrypted Text : </a:t>
                      </a:r>
                      <a:endParaRPr b="1" sz="21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2100">
                          <a:solidFill>
                            <a:schemeClr val="dk1"/>
                          </a:solidFill>
                        </a:rPr>
                        <a:t>itcvahbt</a:t>
                      </a:r>
                      <a:endParaRPr sz="1331">
                        <a:solidFill>
                          <a:schemeClr val="dk1"/>
                        </a:solidFill>
                      </a:endParaRPr>
                    </a:p>
                  </a:txBody>
                  <a:tcPr marT="91425" marB="91425" marR="91425" marL="91425"/>
                </a:tc>
              </a:tr>
            </a:tbl>
          </a:graphicData>
        </a:graphic>
      </p:graphicFrame>
      <p:sp>
        <p:nvSpPr>
          <p:cNvPr id="297" name="Google Shape;297;p9"/>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1" name="Shape 301"/>
        <p:cNvGrpSpPr/>
        <p:nvPr/>
      </p:nvGrpSpPr>
      <p:grpSpPr>
        <a:xfrm>
          <a:off x="0" y="0"/>
          <a:ext cx="0" cy="0"/>
          <a:chOff x="0" y="0"/>
          <a:chExt cx="0" cy="0"/>
        </a:xfrm>
      </p:grpSpPr>
      <p:sp>
        <p:nvSpPr>
          <p:cNvPr id="302" name="Google Shape;302;p10"/>
          <p:cNvSpPr txBox="1"/>
          <p:nvPr>
            <p:ph type="title"/>
          </p:nvPr>
        </p:nvSpPr>
        <p:spPr>
          <a:xfrm>
            <a:off x="1050213" y="718168"/>
            <a:ext cx="9906000" cy="82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800"/>
              <a:buFont typeface="Arial"/>
              <a:buNone/>
            </a:pPr>
            <a:r>
              <a:rPr b="1" i="0" lang="en-US" sz="2800" u="none" strike="noStrike">
                <a:solidFill>
                  <a:srgbClr val="494949"/>
                </a:solidFill>
                <a:latin typeface="Arial"/>
                <a:ea typeface="Arial"/>
                <a:cs typeface="Arial"/>
                <a:sym typeface="Arial"/>
              </a:rPr>
              <a:t> </a:t>
            </a:r>
            <a:endParaRPr b="1" i="0" sz="2800" u="none" strike="noStrike">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800"/>
              <a:buFont typeface="Arial"/>
              <a:buNone/>
            </a:pPr>
            <a:r>
              <a:rPr b="1" lang="en-US" sz="2700">
                <a:solidFill>
                  <a:srgbClr val="494949"/>
                </a:solidFill>
                <a:latin typeface="Arial"/>
                <a:ea typeface="Arial"/>
                <a:cs typeface="Arial"/>
                <a:sym typeface="Arial"/>
              </a:rPr>
              <a:t>4. </a:t>
            </a:r>
            <a:r>
              <a:rPr b="1" i="0" lang="en-US" sz="2700" u="none" strike="noStrike">
                <a:solidFill>
                  <a:srgbClr val="494949"/>
                </a:solidFill>
                <a:latin typeface="Arial"/>
                <a:ea typeface="Arial"/>
                <a:cs typeface="Arial"/>
                <a:sym typeface="Arial"/>
              </a:rPr>
              <a:t>PLAYFAIR CIPHER </a:t>
            </a:r>
            <a:br>
              <a:rPr b="0" lang="en-US" sz="2800">
                <a:latin typeface="Arial"/>
                <a:ea typeface="Arial"/>
                <a:cs typeface="Arial"/>
                <a:sym typeface="Arial"/>
              </a:rPr>
            </a:br>
            <a:br>
              <a:rPr b="0" lang="en-US" sz="2800">
                <a:latin typeface="Arial"/>
                <a:ea typeface="Arial"/>
                <a:cs typeface="Arial"/>
                <a:sym typeface="Arial"/>
              </a:rPr>
            </a:br>
            <a:endParaRPr b="1" i="0" sz="2800" u="none" strike="noStrike">
              <a:solidFill>
                <a:srgbClr val="494949"/>
              </a:solidFill>
              <a:latin typeface="Arial"/>
              <a:ea typeface="Arial"/>
              <a:cs typeface="Arial"/>
              <a:sym typeface="Arial"/>
            </a:endParaRPr>
          </a:p>
        </p:txBody>
      </p:sp>
      <p:sp>
        <p:nvSpPr>
          <p:cNvPr id="303" name="Google Shape;303;p10"/>
          <p:cNvSpPr txBox="1"/>
          <p:nvPr>
            <p:ph idx="1" type="body"/>
          </p:nvPr>
        </p:nvSpPr>
        <p:spPr>
          <a:xfrm>
            <a:off x="1242125" y="1544400"/>
            <a:ext cx="9906000" cy="5313600"/>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Clr>
                <a:srgbClr val="000000"/>
              </a:buClr>
              <a:buSzPts val="2250"/>
              <a:buFont typeface="Arial"/>
              <a:buChar char="•"/>
            </a:pPr>
            <a:r>
              <a:rPr b="1" lang="en-US" sz="2000">
                <a:solidFill>
                  <a:srgbClr val="000000"/>
                </a:solidFill>
                <a:latin typeface="Arial"/>
                <a:ea typeface="Arial"/>
                <a:cs typeface="Arial"/>
                <a:sym typeface="Arial"/>
              </a:rPr>
              <a:t>  </a:t>
            </a:r>
            <a:r>
              <a:rPr b="1" i="0" lang="en-US" sz="2100" u="none" strike="noStrike">
                <a:solidFill>
                  <a:srgbClr val="000000"/>
                </a:solidFill>
                <a:latin typeface="Arial"/>
                <a:ea typeface="Arial"/>
                <a:cs typeface="Arial"/>
                <a:sym typeface="Arial"/>
              </a:rPr>
              <a:t>Pros:</a:t>
            </a:r>
            <a:endParaRPr sz="2100">
              <a:latin typeface="Arial"/>
              <a:ea typeface="Arial"/>
              <a:cs typeface="Arial"/>
              <a:sym typeface="Arial"/>
            </a:endParaRPr>
          </a:p>
          <a:p>
            <a:pPr indent="-355600" lvl="0" marL="914400" rtl="0" algn="l">
              <a:lnSpc>
                <a:spcPct val="120000"/>
              </a:lnSpc>
              <a:spcBef>
                <a:spcPts val="0"/>
              </a:spcBef>
              <a:spcAft>
                <a:spcPts val="0"/>
              </a:spcAft>
              <a:buClr>
                <a:srgbClr val="000000"/>
              </a:buClr>
              <a:buSzPts val="2000"/>
              <a:buFont typeface="Arial"/>
              <a:buAutoNum type="arabicPeriod"/>
            </a:pPr>
            <a:r>
              <a:rPr i="0" lang="en-US" sz="2000" u="none" strike="noStrike">
                <a:solidFill>
                  <a:srgbClr val="000000"/>
                </a:solidFill>
                <a:latin typeface="Arial"/>
                <a:ea typeface="Arial"/>
                <a:cs typeface="Arial"/>
                <a:sym typeface="Arial"/>
              </a:rPr>
              <a:t>More Secure</a:t>
            </a:r>
            <a:endParaRPr sz="2000">
              <a:latin typeface="Arial"/>
              <a:ea typeface="Arial"/>
              <a:cs typeface="Arial"/>
              <a:sym typeface="Arial"/>
            </a:endParaRPr>
          </a:p>
          <a:p>
            <a:pPr indent="-355600" lvl="0" marL="914400" rtl="0" algn="l">
              <a:lnSpc>
                <a:spcPct val="120000"/>
              </a:lnSpc>
              <a:spcBef>
                <a:spcPts val="0"/>
              </a:spcBef>
              <a:spcAft>
                <a:spcPts val="0"/>
              </a:spcAft>
              <a:buClr>
                <a:srgbClr val="000000"/>
              </a:buClr>
              <a:buSzPts val="2000"/>
              <a:buFont typeface="Arial"/>
              <a:buAutoNum type="arabicPeriod"/>
            </a:pPr>
            <a:r>
              <a:rPr i="0" lang="en-US" sz="2000" u="none" strike="noStrike">
                <a:solidFill>
                  <a:srgbClr val="000000"/>
                </a:solidFill>
                <a:latin typeface="Arial"/>
                <a:ea typeface="Arial"/>
                <a:cs typeface="Arial"/>
                <a:sym typeface="Arial"/>
              </a:rPr>
              <a:t>Efficient and Practical</a:t>
            </a:r>
            <a:endParaRPr sz="2000">
              <a:latin typeface="Arial"/>
              <a:ea typeface="Arial"/>
              <a:cs typeface="Arial"/>
              <a:sym typeface="Arial"/>
            </a:endParaRPr>
          </a:p>
          <a:p>
            <a:pPr indent="0" lvl="0" marL="0" rtl="0" algn="l">
              <a:lnSpc>
                <a:spcPct val="120000"/>
              </a:lnSpc>
              <a:spcBef>
                <a:spcPts val="0"/>
              </a:spcBef>
              <a:spcAft>
                <a:spcPts val="0"/>
              </a:spcAft>
              <a:buNone/>
            </a:pPr>
            <a:r>
              <a:t/>
            </a:r>
            <a:endParaRPr sz="2000">
              <a:latin typeface="Arial"/>
              <a:ea typeface="Arial"/>
              <a:cs typeface="Arial"/>
              <a:sym typeface="Arial"/>
            </a:endParaRPr>
          </a:p>
          <a:p>
            <a:pPr indent="-355600" lvl="0" marL="457200" rtl="0" algn="l">
              <a:lnSpc>
                <a:spcPct val="120000"/>
              </a:lnSpc>
              <a:spcBef>
                <a:spcPts val="0"/>
              </a:spcBef>
              <a:spcAft>
                <a:spcPts val="0"/>
              </a:spcAft>
              <a:buClr>
                <a:srgbClr val="000000"/>
              </a:buClr>
              <a:buSzPts val="2000"/>
              <a:buFont typeface="Arial"/>
              <a:buChar char="●"/>
            </a:pPr>
            <a:r>
              <a:rPr b="1" i="0" lang="en-US" sz="2000" u="none" strike="noStrike">
                <a:solidFill>
                  <a:srgbClr val="000000"/>
                </a:solidFill>
                <a:latin typeface="Arial"/>
                <a:ea typeface="Arial"/>
                <a:cs typeface="Arial"/>
                <a:sym typeface="Arial"/>
              </a:rPr>
              <a:t>Cons:</a:t>
            </a:r>
            <a:endParaRPr sz="2000">
              <a:latin typeface="Arial"/>
              <a:ea typeface="Arial"/>
              <a:cs typeface="Arial"/>
              <a:sym typeface="Arial"/>
            </a:endParaRPr>
          </a:p>
          <a:p>
            <a:pPr indent="457200" lvl="0" marL="0" rtl="0" algn="l">
              <a:lnSpc>
                <a:spcPct val="120000"/>
              </a:lnSpc>
              <a:spcBef>
                <a:spcPts val="0"/>
              </a:spcBef>
              <a:spcAft>
                <a:spcPts val="0"/>
              </a:spcAft>
              <a:buNone/>
            </a:pPr>
            <a:r>
              <a:rPr lang="en-US">
                <a:solidFill>
                  <a:srgbClr val="000000"/>
                </a:solidFill>
                <a:latin typeface="Arial"/>
                <a:ea typeface="Arial"/>
                <a:cs typeface="Arial"/>
                <a:sym typeface="Arial"/>
              </a:rPr>
              <a:t>1</a:t>
            </a:r>
            <a:r>
              <a:rPr lang="en-US" sz="2100">
                <a:solidFill>
                  <a:srgbClr val="000000"/>
                </a:solidFill>
                <a:latin typeface="Arial"/>
                <a:ea typeface="Arial"/>
                <a:cs typeface="Arial"/>
                <a:sym typeface="Arial"/>
              </a:rPr>
              <a:t>. </a:t>
            </a:r>
            <a:r>
              <a:rPr i="0" lang="en-US" sz="2100" u="none" strike="noStrike">
                <a:solidFill>
                  <a:srgbClr val="000000"/>
                </a:solidFill>
                <a:latin typeface="Arial"/>
                <a:ea typeface="Arial"/>
                <a:cs typeface="Arial"/>
                <a:sym typeface="Arial"/>
              </a:rPr>
              <a:t>Key Management</a:t>
            </a:r>
            <a:endParaRPr sz="2100">
              <a:latin typeface="Arial"/>
              <a:ea typeface="Arial"/>
              <a:cs typeface="Arial"/>
              <a:sym typeface="Arial"/>
            </a:endParaRPr>
          </a:p>
          <a:p>
            <a:pPr indent="457200" lvl="0" marL="0" rtl="0" algn="l">
              <a:lnSpc>
                <a:spcPct val="120000"/>
              </a:lnSpc>
              <a:spcBef>
                <a:spcPts val="0"/>
              </a:spcBef>
              <a:spcAft>
                <a:spcPts val="0"/>
              </a:spcAft>
              <a:buNone/>
            </a:pPr>
            <a:r>
              <a:rPr lang="en-US" sz="2100">
                <a:solidFill>
                  <a:srgbClr val="000000"/>
                </a:solidFill>
                <a:latin typeface="Arial"/>
                <a:ea typeface="Arial"/>
                <a:cs typeface="Arial"/>
                <a:sym typeface="Arial"/>
              </a:rPr>
              <a:t>2. </a:t>
            </a:r>
            <a:r>
              <a:rPr i="0" lang="en-US" sz="2100" u="none" strike="noStrike">
                <a:solidFill>
                  <a:srgbClr val="000000"/>
                </a:solidFill>
                <a:latin typeface="Arial"/>
                <a:ea typeface="Arial"/>
                <a:cs typeface="Arial"/>
                <a:sym typeface="Arial"/>
              </a:rPr>
              <a:t>Inconvenience of Handling</a:t>
            </a:r>
            <a:endParaRPr sz="2100">
              <a:latin typeface="Arial"/>
              <a:ea typeface="Arial"/>
              <a:cs typeface="Arial"/>
              <a:sym typeface="Arial"/>
            </a:endParaRPr>
          </a:p>
          <a:p>
            <a:pPr indent="457200" lvl="0" marL="0" rtl="0" algn="l">
              <a:lnSpc>
                <a:spcPct val="120000"/>
              </a:lnSpc>
              <a:spcBef>
                <a:spcPts val="0"/>
              </a:spcBef>
              <a:spcAft>
                <a:spcPts val="0"/>
              </a:spcAft>
              <a:buNone/>
            </a:pPr>
            <a:r>
              <a:rPr lang="en-US" sz="2100">
                <a:solidFill>
                  <a:srgbClr val="000000"/>
                </a:solidFill>
                <a:latin typeface="Arial"/>
                <a:ea typeface="Arial"/>
                <a:cs typeface="Arial"/>
                <a:sym typeface="Arial"/>
              </a:rPr>
              <a:t>3.</a:t>
            </a:r>
            <a:r>
              <a:rPr lang="en-US" sz="2100">
                <a:solidFill>
                  <a:srgbClr val="000000"/>
                </a:solidFill>
                <a:latin typeface="Arial"/>
                <a:ea typeface="Arial"/>
                <a:cs typeface="Arial"/>
                <a:sym typeface="Arial"/>
              </a:rPr>
              <a:t> </a:t>
            </a:r>
            <a:r>
              <a:rPr lang="en-US" sz="2100">
                <a:solidFill>
                  <a:srgbClr val="000000"/>
                </a:solidFill>
                <a:latin typeface="Arial"/>
                <a:ea typeface="Arial"/>
                <a:cs typeface="Arial"/>
                <a:sym typeface="Arial"/>
              </a:rPr>
              <a:t>Not Perfectly Secure</a:t>
            </a:r>
            <a:endParaRPr sz="2100">
              <a:latin typeface="Arial"/>
              <a:ea typeface="Arial"/>
              <a:cs typeface="Arial"/>
              <a:sym typeface="Arial"/>
            </a:endParaRPr>
          </a:p>
          <a:p>
            <a:pPr indent="0" lvl="0" marL="0" rtl="0" algn="l">
              <a:lnSpc>
                <a:spcPct val="120000"/>
              </a:lnSpc>
              <a:spcBef>
                <a:spcPts val="0"/>
              </a:spcBef>
              <a:spcAft>
                <a:spcPts val="0"/>
              </a:spcAft>
              <a:buNone/>
            </a:pPr>
            <a:r>
              <a:rPr lang="en-US" sz="2100">
                <a:solidFill>
                  <a:srgbClr val="000000"/>
                </a:solidFill>
                <a:latin typeface="Arial"/>
                <a:ea typeface="Arial"/>
                <a:cs typeface="Arial"/>
                <a:sym typeface="Arial"/>
              </a:rPr>
              <a:t>      4. Plaintext Modification</a:t>
            </a:r>
            <a:endParaRPr sz="2100">
              <a:latin typeface="Arial"/>
              <a:ea typeface="Arial"/>
              <a:cs typeface="Arial"/>
              <a:sym typeface="Arial"/>
            </a:endParaRPr>
          </a:p>
          <a:p>
            <a:pPr indent="-193675" lvl="0" marL="228600" rtl="0" algn="l">
              <a:lnSpc>
                <a:spcPct val="120000"/>
              </a:lnSpc>
              <a:spcBef>
                <a:spcPts val="1000"/>
              </a:spcBef>
              <a:spcAft>
                <a:spcPts val="0"/>
              </a:spcAft>
              <a:buClr>
                <a:schemeClr val="lt1"/>
              </a:buClr>
              <a:buSzPts val="2000"/>
              <a:buChar char="•"/>
            </a:pPr>
            <a:br>
              <a:rPr lang="en-US" sz="2000">
                <a:latin typeface="Arial"/>
                <a:ea typeface="Arial"/>
                <a:cs typeface="Arial"/>
                <a:sym typeface="Arial"/>
              </a:rPr>
            </a:br>
            <a:br>
              <a:rPr lang="en-US" sz="2000">
                <a:latin typeface="Arial"/>
                <a:ea typeface="Arial"/>
                <a:cs typeface="Arial"/>
                <a:sym typeface="Arial"/>
              </a:rPr>
            </a:br>
            <a:br>
              <a:rPr lang="en-US" sz="2000">
                <a:latin typeface="Arial"/>
                <a:ea typeface="Arial"/>
                <a:cs typeface="Arial"/>
                <a:sym typeface="Arial"/>
              </a:rPr>
            </a:br>
            <a:endParaRPr sz="2000">
              <a:latin typeface="Arial"/>
              <a:ea typeface="Arial"/>
              <a:cs typeface="Arial"/>
              <a:sym typeface="Arial"/>
            </a:endParaRPr>
          </a:p>
        </p:txBody>
      </p:sp>
      <p:sp>
        <p:nvSpPr>
          <p:cNvPr id="304" name="Google Shape;304;p10"/>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11"/>
          <p:cNvSpPr txBox="1"/>
          <p:nvPr>
            <p:ph type="title"/>
          </p:nvPr>
        </p:nvSpPr>
        <p:spPr>
          <a:xfrm>
            <a:off x="1141413" y="618518"/>
            <a:ext cx="9905998" cy="82623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2400"/>
              <a:buFont typeface="Arial"/>
              <a:buNone/>
            </a:pPr>
            <a:r>
              <a:t/>
            </a:r>
            <a:endParaRPr b="1" sz="24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2400"/>
              <a:buFont typeface="Arial"/>
              <a:buNone/>
            </a:pPr>
            <a:r>
              <a:rPr b="1" i="0" lang="en-US" sz="2700" u="none" strike="noStrike">
                <a:solidFill>
                  <a:srgbClr val="000000"/>
                </a:solidFill>
                <a:latin typeface="Arial"/>
                <a:ea typeface="Arial"/>
                <a:cs typeface="Arial"/>
                <a:sym typeface="Arial"/>
              </a:rPr>
              <a:t>4. HILL CIPHER </a:t>
            </a:r>
            <a:br>
              <a:rPr b="1" lang="en-US" sz="2400">
                <a:latin typeface="Arial"/>
                <a:ea typeface="Arial"/>
                <a:cs typeface="Arial"/>
                <a:sym typeface="Arial"/>
              </a:rPr>
            </a:br>
            <a:br>
              <a:rPr b="1"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10" name="Google Shape;310;p11"/>
          <p:cNvSpPr txBox="1"/>
          <p:nvPr>
            <p:ph idx="1" type="body"/>
          </p:nvPr>
        </p:nvSpPr>
        <p:spPr>
          <a:xfrm>
            <a:off x="1333335" y="1444751"/>
            <a:ext cx="9906000" cy="4501800"/>
          </a:xfrm>
          <a:prstGeom prst="rect">
            <a:avLst/>
          </a:prstGeom>
          <a:noFill/>
          <a:ln>
            <a:noFill/>
          </a:ln>
        </p:spPr>
        <p:txBody>
          <a:bodyPr anchorCtr="0" anchor="t" bIns="45700" lIns="91425" spcFirstLastPara="1" rIns="91425" wrap="square" tIns="45700">
            <a:normAutofit/>
          </a:bodyPr>
          <a:lstStyle/>
          <a:p>
            <a:pPr indent="-212725" lvl="0" marL="2286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In classical cryptography, the Hill cipher is a polygraphic substitution cipher based on linear algebra. Invented by </a:t>
            </a:r>
            <a:r>
              <a:rPr b="1" i="0" lang="en-US" sz="2000" u="none" strike="noStrike">
                <a:solidFill>
                  <a:srgbClr val="000000"/>
                </a:solidFill>
                <a:latin typeface="Arial"/>
                <a:ea typeface="Arial"/>
                <a:cs typeface="Arial"/>
                <a:sym typeface="Arial"/>
              </a:rPr>
              <a:t>Lester S. Hill </a:t>
            </a:r>
            <a:r>
              <a:rPr i="0" lang="en-US" sz="2000" u="none" strike="noStrike">
                <a:solidFill>
                  <a:srgbClr val="000000"/>
                </a:solidFill>
                <a:latin typeface="Arial"/>
                <a:ea typeface="Arial"/>
                <a:cs typeface="Arial"/>
                <a:sym typeface="Arial"/>
              </a:rPr>
              <a:t>in </a:t>
            </a:r>
            <a:r>
              <a:rPr b="1" i="0" lang="en-US" sz="2000" u="none" strike="noStrike">
                <a:solidFill>
                  <a:srgbClr val="000000"/>
                </a:solidFill>
                <a:latin typeface="Arial"/>
                <a:ea typeface="Arial"/>
                <a:cs typeface="Arial"/>
                <a:sym typeface="Arial"/>
              </a:rPr>
              <a:t>1929</a:t>
            </a:r>
            <a:r>
              <a:rPr i="0" lang="en-US" sz="2000" u="none" strike="noStrike">
                <a:solidFill>
                  <a:srgbClr val="000000"/>
                </a:solidFill>
                <a:latin typeface="Arial"/>
                <a:ea typeface="Arial"/>
                <a:cs typeface="Arial"/>
                <a:sym typeface="Arial"/>
              </a:rPr>
              <a:t>.</a:t>
            </a:r>
            <a:endParaRPr sz="2000">
              <a:latin typeface="Arial"/>
              <a:ea typeface="Arial"/>
              <a:cs typeface="Arial"/>
              <a:sym typeface="Arial"/>
            </a:endParaRPr>
          </a:p>
          <a:p>
            <a:pPr indent="-212725" lvl="0" marL="2286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it uses matrix multiplication, modulo calculation, and the inverse calculation of matrices.</a:t>
            </a:r>
            <a:endParaRPr sz="2000">
              <a:latin typeface="Arial"/>
              <a:ea typeface="Arial"/>
              <a:cs typeface="Arial"/>
              <a:sym typeface="Arial"/>
            </a:endParaRPr>
          </a:p>
          <a:p>
            <a:pPr indent="-212725" lvl="0" marL="2286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Security :</a:t>
            </a:r>
            <a:endParaRPr sz="2000">
              <a:latin typeface="Arial"/>
              <a:ea typeface="Arial"/>
              <a:cs typeface="Arial"/>
              <a:sym typeface="Arial"/>
            </a:endParaRPr>
          </a:p>
          <a:p>
            <a:pPr indent="-212725" lvl="0" marL="4572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security of the cipher depends on the choice of an invertible matrix as the key.</a:t>
            </a:r>
            <a:endParaRPr sz="2000">
              <a:latin typeface="Arial"/>
              <a:ea typeface="Arial"/>
              <a:cs typeface="Arial"/>
              <a:sym typeface="Arial"/>
            </a:endParaRPr>
          </a:p>
          <a:p>
            <a:pPr indent="-212725" lvl="0" marL="2286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Hill Cipher can work seamlessly with digraphs (two-letter blocks), trigraphs (three-letter blocks), or any larger blocks.</a:t>
            </a:r>
            <a:endParaRPr sz="2000">
              <a:latin typeface="Arial"/>
              <a:ea typeface="Arial"/>
              <a:cs typeface="Arial"/>
              <a:sym typeface="Arial"/>
            </a:endParaRPr>
          </a:p>
          <a:p>
            <a:pPr indent="-38100" lvl="0" marL="228600" rtl="0" algn="l">
              <a:lnSpc>
                <a:spcPct val="120000"/>
              </a:lnSpc>
              <a:spcBef>
                <a:spcPts val="1000"/>
              </a:spcBef>
              <a:spcAft>
                <a:spcPts val="0"/>
              </a:spcAft>
              <a:buClr>
                <a:schemeClr val="lt1"/>
              </a:buClr>
              <a:buSzPts val="3000"/>
              <a:buNone/>
            </a:pPr>
            <a:r>
              <a:t/>
            </a:r>
            <a:endParaRPr sz="2000">
              <a:latin typeface="Arial"/>
              <a:ea typeface="Arial"/>
              <a:cs typeface="Arial"/>
              <a:sym typeface="Arial"/>
            </a:endParaRPr>
          </a:p>
        </p:txBody>
      </p:sp>
      <p:pic>
        <p:nvPicPr>
          <p:cNvPr id="311" name="Google Shape;311;p11"/>
          <p:cNvPicPr preferRelativeResize="0"/>
          <p:nvPr/>
        </p:nvPicPr>
        <p:blipFill rotWithShape="1">
          <a:blip r:embed="rId3">
            <a:alphaModFix/>
          </a:blip>
          <a:srcRect b="0" l="0" r="0" t="0"/>
          <a:stretch/>
        </p:blipFill>
        <p:spPr>
          <a:xfrm>
            <a:off x="977364" y="4848697"/>
            <a:ext cx="10237276" cy="1034581"/>
          </a:xfrm>
          <a:prstGeom prst="rect">
            <a:avLst/>
          </a:prstGeom>
          <a:noFill/>
          <a:ln>
            <a:noFill/>
          </a:ln>
        </p:spPr>
      </p:pic>
      <p:sp>
        <p:nvSpPr>
          <p:cNvPr id="312" name="Google Shape;312;p11"/>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 name="Shape 316"/>
        <p:cNvGrpSpPr/>
        <p:nvPr/>
      </p:nvGrpSpPr>
      <p:grpSpPr>
        <a:xfrm>
          <a:off x="0" y="0"/>
          <a:ext cx="0" cy="0"/>
          <a:chOff x="0" y="0"/>
          <a:chExt cx="0" cy="0"/>
        </a:xfrm>
      </p:grpSpPr>
      <p:sp>
        <p:nvSpPr>
          <p:cNvPr id="317" name="Google Shape;317;p12"/>
          <p:cNvSpPr txBox="1"/>
          <p:nvPr>
            <p:ph type="title"/>
          </p:nvPr>
        </p:nvSpPr>
        <p:spPr>
          <a:xfrm>
            <a:off x="1143000" y="800918"/>
            <a:ext cx="9906000" cy="82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2400"/>
              <a:buFont typeface="Arial"/>
              <a:buNone/>
            </a:pPr>
            <a:r>
              <a:rPr b="1" i="0" lang="en-US" sz="2700" u="none" strike="noStrike">
                <a:solidFill>
                  <a:srgbClr val="000000"/>
                </a:solidFill>
                <a:latin typeface="Arial"/>
                <a:ea typeface="Arial"/>
                <a:cs typeface="Arial"/>
                <a:sym typeface="Arial"/>
              </a:rPr>
              <a:t>4.HILL CIPHER </a:t>
            </a:r>
            <a:br>
              <a:rPr b="1" lang="en-US" sz="2400">
                <a:latin typeface="Arial"/>
                <a:ea typeface="Arial"/>
                <a:cs typeface="Arial"/>
                <a:sym typeface="Arial"/>
              </a:rPr>
            </a:br>
            <a:br>
              <a:rPr b="1"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18" name="Google Shape;318;p12"/>
          <p:cNvSpPr txBox="1"/>
          <p:nvPr>
            <p:ph idx="1" type="body"/>
          </p:nvPr>
        </p:nvSpPr>
        <p:spPr>
          <a:xfrm>
            <a:off x="1333600" y="1550925"/>
            <a:ext cx="10304400" cy="5331900"/>
          </a:xfrm>
          <a:prstGeom prst="rect">
            <a:avLst/>
          </a:prstGeom>
          <a:noFill/>
          <a:ln>
            <a:noFill/>
          </a:ln>
        </p:spPr>
        <p:txBody>
          <a:bodyPr anchorCtr="0" anchor="t" bIns="45700" lIns="91425" spcFirstLastPara="1" rIns="91425" wrap="square" tIns="45700">
            <a:noAutofit/>
          </a:bodyPr>
          <a:lstStyle/>
          <a:p>
            <a:pPr indent="-212725" lvl="0" marL="228600" rtl="0" algn="l">
              <a:lnSpc>
                <a:spcPct val="120000"/>
              </a:lnSpc>
              <a:spcBef>
                <a:spcPts val="0"/>
              </a:spcBef>
              <a:spcAft>
                <a:spcPts val="0"/>
              </a:spcAft>
              <a:buClr>
                <a:srgbClr val="000000"/>
              </a:buClr>
              <a:buSzPts val="2000"/>
              <a:buFont typeface="Arial"/>
              <a:buChar char="●"/>
            </a:pPr>
            <a:r>
              <a:rPr i="0" lang="en-US" sz="2000" u="none" strike="noStrike">
                <a:solidFill>
                  <a:srgbClr val="000000"/>
                </a:solidFill>
                <a:latin typeface="Arial"/>
                <a:ea typeface="Arial"/>
                <a:cs typeface="Arial"/>
                <a:sym typeface="Arial"/>
              </a:rPr>
              <a:t>To encrypt : </a:t>
            </a:r>
            <a:r>
              <a:rPr b="1" i="0" lang="en-US" sz="2000" u="none" strike="noStrike">
                <a:solidFill>
                  <a:srgbClr val="000000"/>
                </a:solidFill>
                <a:latin typeface="Arial"/>
                <a:ea typeface="Arial"/>
                <a:cs typeface="Arial"/>
                <a:sym typeface="Arial"/>
              </a:rPr>
              <a:t>E(K, P) = (K * P) mod 26 </a:t>
            </a:r>
            <a:endParaRPr i="0" sz="2000" u="none" strike="noStrike">
              <a:solidFill>
                <a:srgbClr val="000000"/>
              </a:solidFill>
              <a:latin typeface="Arial"/>
              <a:ea typeface="Arial"/>
              <a:cs typeface="Arial"/>
              <a:sym typeface="Arial"/>
            </a:endParaRPr>
          </a:p>
          <a:p>
            <a:pPr indent="-244475" lvl="0" marL="457200" rtl="0" algn="l">
              <a:lnSpc>
                <a:spcPct val="120000"/>
              </a:lnSpc>
              <a:spcBef>
                <a:spcPts val="0"/>
              </a:spcBef>
              <a:spcAft>
                <a:spcPts val="0"/>
              </a:spcAft>
              <a:buClr>
                <a:schemeClr val="lt1"/>
              </a:buClr>
              <a:buSzPts val="2000"/>
              <a:buChar char="●"/>
            </a:pPr>
            <a:r>
              <a:t/>
            </a:r>
            <a:endParaRPr sz="2000">
              <a:latin typeface="Arial"/>
              <a:ea typeface="Arial"/>
              <a:cs typeface="Arial"/>
              <a:sym typeface="Arial"/>
            </a:endParaRPr>
          </a:p>
          <a:p>
            <a:pPr indent="-212725" lvl="0" marL="228600" rtl="0" algn="l">
              <a:lnSpc>
                <a:spcPct val="120000"/>
              </a:lnSpc>
              <a:spcBef>
                <a:spcPts val="0"/>
              </a:spcBef>
              <a:spcAft>
                <a:spcPts val="0"/>
              </a:spcAft>
              <a:buClr>
                <a:srgbClr val="000000"/>
              </a:buClr>
              <a:buSzPts val="2000"/>
              <a:buFont typeface="Arial"/>
              <a:buChar char="●"/>
            </a:pPr>
            <a:r>
              <a:rPr b="1" i="0" lang="en-US" sz="2100" u="none" strike="noStrike">
                <a:solidFill>
                  <a:srgbClr val="000000"/>
                </a:solidFill>
                <a:latin typeface="Arial"/>
                <a:ea typeface="Arial"/>
                <a:cs typeface="Arial"/>
                <a:sym typeface="Arial"/>
              </a:rPr>
              <a:t>Example :</a:t>
            </a:r>
            <a:r>
              <a:rPr i="0" lang="en-US" sz="2000" u="none" strike="noStrike">
                <a:solidFill>
                  <a:srgbClr val="000000"/>
                </a:solidFill>
                <a:latin typeface="Arial"/>
                <a:ea typeface="Arial"/>
                <a:cs typeface="Arial"/>
                <a:sym typeface="Arial"/>
              </a:rPr>
              <a:t> </a:t>
            </a:r>
            <a:endParaRPr sz="2000">
              <a:latin typeface="Arial"/>
              <a:ea typeface="Arial"/>
              <a:cs typeface="Arial"/>
              <a:sym typeface="Arial"/>
            </a:endParaRPr>
          </a:p>
          <a:p>
            <a:pPr indent="-212725" lvl="1" marL="685800" rtl="0" algn="l">
              <a:lnSpc>
                <a:spcPct val="120000"/>
              </a:lnSpc>
              <a:spcBef>
                <a:spcPts val="0"/>
              </a:spcBef>
              <a:spcAft>
                <a:spcPts val="0"/>
              </a:spcAft>
              <a:buClr>
                <a:srgbClr val="000000"/>
              </a:buClr>
              <a:buSzPts val="2000"/>
              <a:buChar char="○"/>
            </a:pPr>
            <a:r>
              <a:rPr b="1" i="0" lang="en-US" sz="2000" u="none" strike="noStrike">
                <a:solidFill>
                  <a:srgbClr val="000000"/>
                </a:solidFill>
                <a:latin typeface="Arial"/>
                <a:ea typeface="Arial"/>
                <a:cs typeface="Arial"/>
                <a:sym typeface="Arial"/>
              </a:rPr>
              <a:t>Plaintext </a:t>
            </a:r>
            <a:r>
              <a:rPr i="0" lang="en-US" sz="2000" u="none" strike="noStrike">
                <a:solidFill>
                  <a:srgbClr val="000000"/>
                </a:solidFill>
                <a:latin typeface="Arial"/>
                <a:ea typeface="Arial"/>
                <a:cs typeface="Arial"/>
                <a:sym typeface="Arial"/>
              </a:rPr>
              <a:t>: </a:t>
            </a:r>
            <a:r>
              <a:rPr lang="en-US" sz="2000">
                <a:solidFill>
                  <a:srgbClr val="000000"/>
                </a:solidFill>
                <a:latin typeface="Arial"/>
                <a:ea typeface="Arial"/>
                <a:cs typeface="Arial"/>
                <a:sym typeface="Arial"/>
              </a:rPr>
              <a:t>CODE	</a:t>
            </a:r>
            <a:endParaRPr sz="2000">
              <a:solidFill>
                <a:srgbClr val="000000"/>
              </a:solidFill>
              <a:latin typeface="Arial"/>
              <a:ea typeface="Arial"/>
              <a:cs typeface="Arial"/>
              <a:sym typeface="Arial"/>
            </a:endParaRPr>
          </a:p>
          <a:p>
            <a:pPr indent="-212725" lvl="1" marL="685800" rtl="0" algn="l">
              <a:lnSpc>
                <a:spcPct val="120000"/>
              </a:lnSpc>
              <a:spcBef>
                <a:spcPts val="0"/>
              </a:spcBef>
              <a:spcAft>
                <a:spcPts val="0"/>
              </a:spcAft>
              <a:buClr>
                <a:srgbClr val="000000"/>
              </a:buClr>
              <a:buSzPts val="2000"/>
              <a:buChar char="○"/>
            </a:pPr>
            <a:r>
              <a:rPr b="1" lang="en-US" sz="2000">
                <a:solidFill>
                  <a:srgbClr val="000000"/>
                </a:solidFill>
                <a:latin typeface="Arial"/>
                <a:ea typeface="Arial"/>
                <a:cs typeface="Arial"/>
                <a:sym typeface="Arial"/>
              </a:rPr>
              <a:t>V</a:t>
            </a:r>
            <a:r>
              <a:rPr b="1" i="0" lang="en-US" sz="2000" u="none" strike="noStrike">
                <a:solidFill>
                  <a:srgbClr val="000000"/>
                </a:solidFill>
                <a:latin typeface="Arial"/>
                <a:ea typeface="Arial"/>
                <a:cs typeface="Arial"/>
                <a:sym typeface="Arial"/>
              </a:rPr>
              <a:t>ector matrix</a:t>
            </a:r>
            <a:r>
              <a:rPr i="0" lang="en-US" sz="2000" u="none" strike="noStrike">
                <a:solidFill>
                  <a:srgbClr val="000000"/>
                </a:solidFill>
                <a:latin typeface="Arial"/>
                <a:ea typeface="Arial"/>
                <a:cs typeface="Arial"/>
                <a:sym typeface="Arial"/>
              </a:rPr>
              <a:t> : CO   DE 				</a:t>
            </a:r>
            <a:endParaRPr sz="2000">
              <a:latin typeface="Arial"/>
              <a:ea typeface="Arial"/>
              <a:cs typeface="Arial"/>
              <a:sym typeface="Arial"/>
            </a:endParaRPr>
          </a:p>
          <a:p>
            <a:pPr indent="0" lvl="0" marL="228600" rtl="0" algn="l">
              <a:lnSpc>
                <a:spcPct val="120000"/>
              </a:lnSpc>
              <a:spcBef>
                <a:spcPts val="0"/>
              </a:spcBef>
              <a:spcAft>
                <a:spcPts val="0"/>
              </a:spcAft>
              <a:buNone/>
            </a:pPr>
            <a:r>
              <a:t/>
            </a:r>
            <a:endParaRPr sz="2000">
              <a:latin typeface="Arial"/>
              <a:ea typeface="Arial"/>
              <a:cs typeface="Arial"/>
              <a:sym typeface="Arial"/>
            </a:endParaRPr>
          </a:p>
          <a:p>
            <a:pPr indent="0" lvl="0" marL="228600" rtl="0" algn="l">
              <a:lnSpc>
                <a:spcPct val="120000"/>
              </a:lnSpc>
              <a:spcBef>
                <a:spcPts val="0"/>
              </a:spcBef>
              <a:spcAft>
                <a:spcPts val="0"/>
              </a:spcAft>
              <a:buNone/>
            </a:pPr>
            <a:r>
              <a:t/>
            </a:r>
            <a:endParaRPr sz="2000">
              <a:latin typeface="Arial"/>
              <a:ea typeface="Arial"/>
              <a:cs typeface="Arial"/>
              <a:sym typeface="Arial"/>
            </a:endParaRPr>
          </a:p>
          <a:p>
            <a:pPr indent="0" lvl="0" marL="228600" rtl="0" algn="l">
              <a:lnSpc>
                <a:spcPct val="120000"/>
              </a:lnSpc>
              <a:spcBef>
                <a:spcPts val="0"/>
              </a:spcBef>
              <a:spcAft>
                <a:spcPts val="0"/>
              </a:spcAft>
              <a:buNone/>
            </a:pPr>
            <a:r>
              <a:t/>
            </a:r>
            <a:endParaRPr sz="2000">
              <a:latin typeface="Arial"/>
              <a:ea typeface="Arial"/>
              <a:cs typeface="Arial"/>
              <a:sym typeface="Arial"/>
            </a:endParaRPr>
          </a:p>
          <a:p>
            <a:pPr indent="0" lvl="0" marL="228600" rtl="0" algn="l">
              <a:lnSpc>
                <a:spcPct val="120000"/>
              </a:lnSpc>
              <a:spcBef>
                <a:spcPts val="0"/>
              </a:spcBef>
              <a:spcAft>
                <a:spcPts val="0"/>
              </a:spcAft>
              <a:buNone/>
            </a:pPr>
            <a:r>
              <a:t/>
            </a:r>
            <a:endParaRPr sz="2000">
              <a:latin typeface="Arial"/>
              <a:ea typeface="Arial"/>
              <a:cs typeface="Arial"/>
              <a:sym typeface="Arial"/>
            </a:endParaRPr>
          </a:p>
          <a:p>
            <a:pPr indent="-355600" lvl="0" marL="457200" rtl="0" algn="l">
              <a:lnSpc>
                <a:spcPct val="120000"/>
              </a:lnSpc>
              <a:spcBef>
                <a:spcPts val="0"/>
              </a:spcBef>
              <a:spcAft>
                <a:spcPts val="0"/>
              </a:spcAft>
              <a:buClr>
                <a:schemeClr val="dk1"/>
              </a:buClr>
              <a:buSzPts val="2000"/>
              <a:buFont typeface="Arial"/>
              <a:buChar char="●"/>
            </a:pPr>
            <a:r>
              <a:rPr b="1" lang="en-US" sz="2000">
                <a:solidFill>
                  <a:schemeClr val="dk1"/>
                </a:solidFill>
                <a:latin typeface="Arial"/>
                <a:ea typeface="Arial"/>
                <a:cs typeface="Arial"/>
                <a:sym typeface="Arial"/>
              </a:rPr>
              <a:t>Key : </a:t>
            </a:r>
            <a:r>
              <a:rPr lang="en-US" sz="2000">
                <a:solidFill>
                  <a:schemeClr val="dk1"/>
                </a:solidFill>
                <a:latin typeface="Arial"/>
                <a:ea typeface="Arial"/>
                <a:cs typeface="Arial"/>
                <a:sym typeface="Arial"/>
              </a:rPr>
              <a:t>DDCF</a:t>
            </a:r>
            <a:endParaRPr sz="2000">
              <a:latin typeface="Arial"/>
              <a:ea typeface="Arial"/>
              <a:cs typeface="Arial"/>
              <a:sym typeface="Arial"/>
            </a:endParaRPr>
          </a:p>
          <a:p>
            <a:pPr indent="0" lvl="0" marL="0" rtl="0" algn="l">
              <a:lnSpc>
                <a:spcPct val="120000"/>
              </a:lnSpc>
              <a:spcBef>
                <a:spcPts val="0"/>
              </a:spcBef>
              <a:spcAft>
                <a:spcPts val="0"/>
              </a:spcAft>
              <a:buNone/>
            </a:pPr>
            <a:r>
              <a:t/>
            </a:r>
            <a:endParaRPr sz="2000">
              <a:latin typeface="Arial"/>
              <a:ea typeface="Arial"/>
              <a:cs typeface="Arial"/>
              <a:sym typeface="Arial"/>
            </a:endParaRPr>
          </a:p>
          <a:p>
            <a:pPr indent="0" lvl="0" marL="228600" rtl="0" algn="l">
              <a:lnSpc>
                <a:spcPct val="120000"/>
              </a:lnSpc>
              <a:spcBef>
                <a:spcPts val="0"/>
              </a:spcBef>
              <a:spcAft>
                <a:spcPts val="0"/>
              </a:spcAft>
              <a:buNone/>
            </a:pPr>
            <a:r>
              <a:rPr b="1" lang="en-US" sz="2000">
                <a:solidFill>
                  <a:srgbClr val="000000"/>
                </a:solidFill>
                <a:latin typeface="Arial"/>
                <a:ea typeface="Arial"/>
                <a:cs typeface="Arial"/>
                <a:sym typeface="Arial"/>
              </a:rPr>
              <a:t>	Key matrix : </a:t>
            </a:r>
            <a:endParaRPr b="1" sz="2000">
              <a:solidFill>
                <a:srgbClr val="000000"/>
              </a:solidFill>
              <a:latin typeface="Arial"/>
              <a:ea typeface="Arial"/>
              <a:cs typeface="Arial"/>
              <a:sym typeface="Arial"/>
            </a:endParaRPr>
          </a:p>
          <a:p>
            <a:pPr indent="0" lvl="0" marL="228600" rtl="0" algn="l">
              <a:lnSpc>
                <a:spcPct val="120000"/>
              </a:lnSpc>
              <a:spcBef>
                <a:spcPts val="0"/>
              </a:spcBef>
              <a:spcAft>
                <a:spcPts val="0"/>
              </a:spcAft>
              <a:buNone/>
            </a:pPr>
            <a:r>
              <a:rPr b="1" i="0" lang="en-US" sz="2000" u="none" strike="noStrike">
                <a:solidFill>
                  <a:srgbClr val="000000"/>
                </a:solidFill>
                <a:latin typeface="Arial"/>
                <a:ea typeface="Arial"/>
                <a:cs typeface="Arial"/>
                <a:sym typeface="Arial"/>
              </a:rPr>
              <a:t> </a:t>
            </a:r>
            <a:endParaRPr b="1" sz="2000">
              <a:latin typeface="Arial"/>
              <a:ea typeface="Arial"/>
              <a:cs typeface="Arial"/>
              <a:sym typeface="Arial"/>
            </a:endParaRPr>
          </a:p>
          <a:p>
            <a:pPr indent="-244475" lvl="0" marL="228600" rtl="0" algn="l">
              <a:lnSpc>
                <a:spcPct val="120000"/>
              </a:lnSpc>
              <a:spcBef>
                <a:spcPts val="1000"/>
              </a:spcBef>
              <a:spcAft>
                <a:spcPts val="0"/>
              </a:spcAft>
              <a:buClr>
                <a:schemeClr val="lt1"/>
              </a:buClr>
              <a:buSzPts val="2000"/>
              <a:buChar char="●"/>
            </a:pPr>
            <a:br>
              <a:rPr lang="en-US" sz="2000">
                <a:latin typeface="Arial"/>
                <a:ea typeface="Arial"/>
                <a:cs typeface="Arial"/>
                <a:sym typeface="Arial"/>
              </a:rPr>
            </a:br>
            <a:br>
              <a:rPr lang="en-US" sz="2000">
                <a:latin typeface="Arial"/>
                <a:ea typeface="Arial"/>
                <a:cs typeface="Arial"/>
                <a:sym typeface="Arial"/>
              </a:rPr>
            </a:br>
            <a:endParaRPr sz="2000">
              <a:latin typeface="Arial"/>
              <a:ea typeface="Arial"/>
              <a:cs typeface="Arial"/>
              <a:sym typeface="Arial"/>
            </a:endParaRPr>
          </a:p>
        </p:txBody>
      </p:sp>
      <p:pic>
        <p:nvPicPr>
          <p:cNvPr id="319" name="Google Shape;319;p12"/>
          <p:cNvPicPr preferRelativeResize="0"/>
          <p:nvPr/>
        </p:nvPicPr>
        <p:blipFill>
          <a:blip r:embed="rId3">
            <a:alphaModFix/>
          </a:blip>
          <a:stretch>
            <a:fillRect/>
          </a:stretch>
        </p:blipFill>
        <p:spPr>
          <a:xfrm>
            <a:off x="4100650" y="4834900"/>
            <a:ext cx="3189950" cy="1514700"/>
          </a:xfrm>
          <a:prstGeom prst="rect">
            <a:avLst/>
          </a:prstGeom>
          <a:noFill/>
          <a:ln>
            <a:noFill/>
          </a:ln>
        </p:spPr>
      </p:pic>
      <p:pic>
        <p:nvPicPr>
          <p:cNvPr id="320" name="Google Shape;320;p12"/>
          <p:cNvPicPr preferRelativeResize="0"/>
          <p:nvPr/>
        </p:nvPicPr>
        <p:blipFill>
          <a:blip r:embed="rId4">
            <a:alphaModFix/>
          </a:blip>
          <a:stretch>
            <a:fillRect/>
          </a:stretch>
        </p:blipFill>
        <p:spPr>
          <a:xfrm>
            <a:off x="5116025" y="3170675"/>
            <a:ext cx="5753751" cy="1330650"/>
          </a:xfrm>
          <a:prstGeom prst="rect">
            <a:avLst/>
          </a:prstGeom>
          <a:noFill/>
          <a:ln>
            <a:noFill/>
          </a:ln>
        </p:spPr>
      </p:pic>
      <p:sp>
        <p:nvSpPr>
          <p:cNvPr id="321" name="Google Shape;321;p12"/>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g2f1ef7511f3_2_5"/>
          <p:cNvSpPr txBox="1"/>
          <p:nvPr>
            <p:ph type="title"/>
          </p:nvPr>
        </p:nvSpPr>
        <p:spPr>
          <a:xfrm>
            <a:off x="1141413" y="745588"/>
            <a:ext cx="9906000" cy="80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2400"/>
              <a:buFont typeface="Arial"/>
              <a:buNone/>
            </a:pPr>
            <a:r>
              <a:t/>
            </a:r>
            <a:endParaRPr b="1" sz="25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2400"/>
              <a:buFont typeface="Arial"/>
              <a:buNone/>
            </a:pPr>
            <a:r>
              <a:t/>
            </a:r>
            <a:endParaRPr b="1" sz="25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2400"/>
              <a:buFont typeface="Arial"/>
              <a:buNone/>
            </a:pPr>
            <a:r>
              <a:rPr b="1" i="0" lang="en-US" sz="2700" u="none" strike="noStrike">
                <a:solidFill>
                  <a:srgbClr val="000000"/>
                </a:solidFill>
                <a:latin typeface="Arial"/>
                <a:ea typeface="Arial"/>
                <a:cs typeface="Arial"/>
                <a:sym typeface="Arial"/>
              </a:rPr>
              <a:t>4.HILL CIPHER</a:t>
            </a:r>
            <a:br>
              <a:rPr b="1" lang="en-US" sz="2400">
                <a:latin typeface="Arial"/>
                <a:ea typeface="Arial"/>
                <a:cs typeface="Arial"/>
                <a:sym typeface="Arial"/>
              </a:rPr>
            </a:br>
            <a:br>
              <a:rPr b="1"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27" name="Google Shape;327;g2f1ef7511f3_2_5"/>
          <p:cNvSpPr txBox="1"/>
          <p:nvPr>
            <p:ph idx="1" type="body"/>
          </p:nvPr>
        </p:nvSpPr>
        <p:spPr>
          <a:xfrm>
            <a:off x="1141413" y="1221147"/>
            <a:ext cx="9906000" cy="60378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None/>
            </a:pPr>
            <a:br>
              <a:rPr lang="en-US" sz="2000">
                <a:latin typeface="Arial"/>
                <a:ea typeface="Arial"/>
                <a:cs typeface="Arial"/>
                <a:sym typeface="Arial"/>
              </a:rPr>
            </a:br>
            <a:endParaRPr sz="2000">
              <a:latin typeface="Arial"/>
              <a:ea typeface="Arial"/>
              <a:cs typeface="Arial"/>
              <a:sym typeface="Arial"/>
            </a:endParaRPr>
          </a:p>
          <a:p>
            <a:pPr indent="0" lvl="0" marL="228600" rtl="0" algn="l">
              <a:lnSpc>
                <a:spcPct val="120000"/>
              </a:lnSpc>
              <a:spcBef>
                <a:spcPts val="0"/>
              </a:spcBef>
              <a:spcAft>
                <a:spcPts val="0"/>
              </a:spcAft>
              <a:buNone/>
            </a:pPr>
            <a:br>
              <a:rPr lang="en-US" sz="2000">
                <a:latin typeface="Arial"/>
                <a:ea typeface="Arial"/>
                <a:cs typeface="Arial"/>
                <a:sym typeface="Arial"/>
              </a:rPr>
            </a:br>
            <a:endParaRPr sz="2000">
              <a:latin typeface="Arial"/>
              <a:ea typeface="Arial"/>
              <a:cs typeface="Arial"/>
              <a:sym typeface="Arial"/>
            </a:endParaRPr>
          </a:p>
          <a:p>
            <a:pPr indent="0" lvl="0" marL="228600" rtl="0" algn="l">
              <a:lnSpc>
                <a:spcPct val="120000"/>
              </a:lnSpc>
              <a:spcBef>
                <a:spcPts val="0"/>
              </a:spcBef>
              <a:spcAft>
                <a:spcPts val="0"/>
              </a:spcAft>
              <a:buNone/>
            </a:pPr>
            <a:r>
              <a:t/>
            </a:r>
            <a:endParaRPr sz="2000">
              <a:latin typeface="Arial"/>
              <a:ea typeface="Arial"/>
              <a:cs typeface="Arial"/>
              <a:sym typeface="Arial"/>
            </a:endParaRPr>
          </a:p>
          <a:p>
            <a:pPr indent="0" lvl="0" marL="228600" rtl="0" algn="l">
              <a:lnSpc>
                <a:spcPct val="120000"/>
              </a:lnSpc>
              <a:spcBef>
                <a:spcPts val="0"/>
              </a:spcBef>
              <a:spcAft>
                <a:spcPts val="0"/>
              </a:spcAft>
              <a:buNone/>
            </a:pPr>
            <a:r>
              <a:t/>
            </a:r>
            <a:endParaRPr i="0" sz="2000" u="none" strike="noStrike">
              <a:solidFill>
                <a:srgbClr val="000000"/>
              </a:solidFill>
              <a:highlight>
                <a:srgbClr val="FFFFFF"/>
              </a:highlight>
              <a:latin typeface="Arial"/>
              <a:ea typeface="Arial"/>
              <a:cs typeface="Arial"/>
              <a:sym typeface="Arial"/>
            </a:endParaRPr>
          </a:p>
          <a:p>
            <a:pPr indent="0" lvl="0" marL="228600" rtl="0" algn="l">
              <a:lnSpc>
                <a:spcPct val="120000"/>
              </a:lnSpc>
              <a:spcBef>
                <a:spcPts val="0"/>
              </a:spcBef>
              <a:spcAft>
                <a:spcPts val="0"/>
              </a:spcAft>
              <a:buNone/>
            </a:pPr>
            <a:r>
              <a:t/>
            </a:r>
            <a:endParaRPr sz="2000">
              <a:solidFill>
                <a:srgbClr val="000000"/>
              </a:solidFill>
              <a:highlight>
                <a:srgbClr val="FFFFFF"/>
              </a:highlight>
              <a:latin typeface="Arial"/>
              <a:ea typeface="Arial"/>
              <a:cs typeface="Arial"/>
              <a:sym typeface="Arial"/>
            </a:endParaRPr>
          </a:p>
          <a:p>
            <a:pPr indent="0" lvl="0" marL="228600" rtl="0" algn="l">
              <a:lnSpc>
                <a:spcPct val="120000"/>
              </a:lnSpc>
              <a:spcBef>
                <a:spcPts val="1000"/>
              </a:spcBef>
              <a:spcAft>
                <a:spcPts val="0"/>
              </a:spcAft>
              <a:buNone/>
            </a:pPr>
            <a:br>
              <a:rPr lang="en-US" sz="2000">
                <a:latin typeface="Arial"/>
                <a:ea typeface="Arial"/>
                <a:cs typeface="Arial"/>
                <a:sym typeface="Arial"/>
              </a:rPr>
            </a:br>
            <a:endParaRPr sz="2000">
              <a:latin typeface="Arial"/>
              <a:ea typeface="Arial"/>
              <a:cs typeface="Arial"/>
              <a:sym typeface="Arial"/>
            </a:endParaRPr>
          </a:p>
          <a:p>
            <a:pPr indent="-361950" lvl="0" marL="457200" rtl="0" algn="l">
              <a:lnSpc>
                <a:spcPct val="120000"/>
              </a:lnSpc>
              <a:spcBef>
                <a:spcPts val="1000"/>
              </a:spcBef>
              <a:spcAft>
                <a:spcPts val="0"/>
              </a:spcAft>
              <a:buClr>
                <a:schemeClr val="dk1"/>
              </a:buClr>
              <a:buSzPts val="2100"/>
              <a:buFont typeface="Arial"/>
              <a:buChar char="●"/>
            </a:pPr>
            <a:r>
              <a:rPr b="1" lang="en-US" sz="2100">
                <a:solidFill>
                  <a:schemeClr val="dk1"/>
                </a:solidFill>
                <a:latin typeface="Arial"/>
                <a:ea typeface="Arial"/>
                <a:cs typeface="Arial"/>
                <a:sym typeface="Arial"/>
              </a:rPr>
              <a:t>Decryption : </a:t>
            </a:r>
            <a:endParaRPr sz="2100">
              <a:latin typeface="Arial"/>
              <a:ea typeface="Arial"/>
              <a:cs typeface="Arial"/>
              <a:sym typeface="Arial"/>
            </a:endParaRPr>
          </a:p>
          <a:p>
            <a:pPr indent="-355600" lvl="1" marL="914400" rtl="0" algn="l">
              <a:spcBef>
                <a:spcPts val="0"/>
              </a:spcBef>
              <a:spcAft>
                <a:spcPts val="0"/>
              </a:spcAft>
              <a:buClr>
                <a:schemeClr val="dk1"/>
              </a:buClr>
              <a:buSzPts val="2000"/>
              <a:buFont typeface="Arial"/>
              <a:buChar char="○"/>
            </a:pPr>
            <a:r>
              <a:rPr b="1" lang="en-US" sz="2000">
                <a:solidFill>
                  <a:schemeClr val="dk1"/>
                </a:solidFill>
                <a:highlight>
                  <a:schemeClr val="lt1"/>
                </a:highlight>
                <a:latin typeface="Arial"/>
                <a:ea typeface="Arial"/>
                <a:cs typeface="Arial"/>
                <a:sym typeface="Arial"/>
              </a:rPr>
              <a:t>D(K, C) = (K-1 *C) mod 26</a:t>
            </a:r>
            <a:endParaRPr sz="2000">
              <a:latin typeface="Arial"/>
              <a:ea typeface="Arial"/>
              <a:cs typeface="Arial"/>
              <a:sym typeface="Arial"/>
            </a:endParaRPr>
          </a:p>
          <a:p>
            <a:pPr indent="-355600" lvl="1" marL="914400" rtl="0" algn="l">
              <a:spcBef>
                <a:spcPts val="0"/>
              </a:spcBef>
              <a:spcAft>
                <a:spcPts val="0"/>
              </a:spcAft>
              <a:buClr>
                <a:schemeClr val="dk1"/>
              </a:buClr>
              <a:buSzPts val="2000"/>
              <a:buFont typeface="Arial"/>
              <a:buChar char="○"/>
            </a:pPr>
            <a:r>
              <a:rPr lang="en-US" sz="2000">
                <a:solidFill>
                  <a:schemeClr val="dk1"/>
                </a:solidFill>
                <a:highlight>
                  <a:schemeClr val="lt1"/>
                </a:highlight>
                <a:latin typeface="Arial"/>
                <a:ea typeface="Arial"/>
                <a:cs typeface="Arial"/>
                <a:sym typeface="Arial"/>
              </a:rPr>
              <a:t>Decryption requires the inverse of matrix(K-1)</a:t>
            </a:r>
            <a:endParaRPr sz="2000">
              <a:latin typeface="Arial"/>
              <a:ea typeface="Arial"/>
              <a:cs typeface="Arial"/>
              <a:sym typeface="Arial"/>
            </a:endParaRPr>
          </a:p>
        </p:txBody>
      </p:sp>
      <p:pic>
        <p:nvPicPr>
          <p:cNvPr id="328" name="Google Shape;328;g2f1ef7511f3_2_5"/>
          <p:cNvPicPr preferRelativeResize="0"/>
          <p:nvPr/>
        </p:nvPicPr>
        <p:blipFill>
          <a:blip r:embed="rId3">
            <a:alphaModFix/>
          </a:blip>
          <a:stretch>
            <a:fillRect/>
          </a:stretch>
        </p:blipFill>
        <p:spPr>
          <a:xfrm>
            <a:off x="1818275" y="1221151"/>
            <a:ext cx="8194701" cy="3130550"/>
          </a:xfrm>
          <a:prstGeom prst="rect">
            <a:avLst/>
          </a:prstGeom>
          <a:noFill/>
          <a:ln>
            <a:noFill/>
          </a:ln>
        </p:spPr>
      </p:pic>
      <p:sp>
        <p:nvSpPr>
          <p:cNvPr id="329" name="Google Shape;329;g2f1ef7511f3_2_5"/>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 name="Shape 333"/>
        <p:cNvGrpSpPr/>
        <p:nvPr/>
      </p:nvGrpSpPr>
      <p:grpSpPr>
        <a:xfrm>
          <a:off x="0" y="0"/>
          <a:ext cx="0" cy="0"/>
          <a:chOff x="0" y="0"/>
          <a:chExt cx="0" cy="0"/>
        </a:xfrm>
      </p:grpSpPr>
      <p:sp>
        <p:nvSpPr>
          <p:cNvPr id="334" name="Google Shape;334;g2f1ef7511f3_2_11"/>
          <p:cNvSpPr txBox="1"/>
          <p:nvPr>
            <p:ph type="title"/>
          </p:nvPr>
        </p:nvSpPr>
        <p:spPr>
          <a:xfrm>
            <a:off x="1141425" y="564522"/>
            <a:ext cx="9906000" cy="261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2400"/>
              <a:buFont typeface="Arial"/>
              <a:buNone/>
            </a:pPr>
            <a:r>
              <a:t/>
            </a:r>
            <a:endParaRPr b="1" sz="25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2400"/>
              <a:buFont typeface="Arial"/>
              <a:buNone/>
            </a:pPr>
            <a:r>
              <a:t/>
            </a:r>
            <a:endParaRPr b="1" sz="25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2400"/>
              <a:buFont typeface="Arial"/>
              <a:buNone/>
            </a:pPr>
            <a:r>
              <a:t/>
            </a:r>
            <a:endParaRPr b="1" sz="2500">
              <a:solidFill>
                <a:srgbClr val="000000"/>
              </a:solidFill>
              <a:latin typeface="Arial"/>
              <a:ea typeface="Arial"/>
              <a:cs typeface="Arial"/>
              <a:sym typeface="Arial"/>
            </a:endParaRPr>
          </a:p>
          <a:p>
            <a:pPr indent="0" lvl="0" marL="0" rtl="0" algn="l">
              <a:lnSpc>
                <a:spcPct val="90000"/>
              </a:lnSpc>
              <a:spcBef>
                <a:spcPts val="0"/>
              </a:spcBef>
              <a:spcAft>
                <a:spcPts val="0"/>
              </a:spcAft>
              <a:buClr>
                <a:srgbClr val="000000"/>
              </a:buClr>
              <a:buSzPts val="2400"/>
              <a:buFont typeface="Arial"/>
              <a:buNone/>
            </a:pPr>
            <a:r>
              <a:rPr b="1" i="0" lang="en-US" sz="2700" u="none" strike="noStrike">
                <a:solidFill>
                  <a:srgbClr val="000000"/>
                </a:solidFill>
                <a:latin typeface="Arial"/>
                <a:ea typeface="Arial"/>
                <a:cs typeface="Arial"/>
                <a:sym typeface="Arial"/>
              </a:rPr>
              <a:t>4.HILL CIPHER</a:t>
            </a:r>
            <a:r>
              <a:rPr b="1" i="0" lang="en-US" sz="2400" u="none" strike="noStrike">
                <a:solidFill>
                  <a:srgbClr val="000000"/>
                </a:solidFill>
                <a:latin typeface="Arial"/>
                <a:ea typeface="Arial"/>
                <a:cs typeface="Arial"/>
                <a:sym typeface="Arial"/>
              </a:rPr>
              <a:t> </a:t>
            </a:r>
            <a:br>
              <a:rPr b="1" lang="en-US" sz="2400">
                <a:latin typeface="Arial"/>
                <a:ea typeface="Arial"/>
                <a:cs typeface="Arial"/>
                <a:sym typeface="Arial"/>
              </a:rPr>
            </a:br>
            <a:br>
              <a:rPr b="1"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35" name="Google Shape;335;g2f1ef7511f3_2_11"/>
          <p:cNvSpPr txBox="1"/>
          <p:nvPr>
            <p:ph idx="1" type="body"/>
          </p:nvPr>
        </p:nvSpPr>
        <p:spPr>
          <a:xfrm>
            <a:off x="845975" y="1076125"/>
            <a:ext cx="10846800" cy="5603700"/>
          </a:xfrm>
          <a:prstGeom prst="rect">
            <a:avLst/>
          </a:prstGeom>
          <a:noFill/>
          <a:ln>
            <a:noFill/>
          </a:ln>
        </p:spPr>
        <p:txBody>
          <a:bodyPr anchorCtr="0" anchor="t" bIns="45700" lIns="91425" spcFirstLastPara="1" rIns="91425" wrap="square" tIns="45700">
            <a:normAutofit/>
          </a:bodyPr>
          <a:lstStyle/>
          <a:p>
            <a:pPr indent="457200" lvl="0" marL="0" rtl="0" algn="l">
              <a:lnSpc>
                <a:spcPct val="120000"/>
              </a:lnSpc>
              <a:spcBef>
                <a:spcPts val="0"/>
              </a:spcBef>
              <a:spcAft>
                <a:spcPts val="0"/>
              </a:spcAft>
              <a:buNone/>
            </a:pPr>
            <a:r>
              <a:t/>
            </a:r>
            <a:endParaRPr sz="2000">
              <a:solidFill>
                <a:schemeClr val="dk1"/>
              </a:solidFill>
              <a:latin typeface="Arial"/>
              <a:ea typeface="Arial"/>
              <a:cs typeface="Arial"/>
              <a:sym typeface="Arial"/>
            </a:endParaRPr>
          </a:p>
          <a:p>
            <a:pPr indent="-355600" lvl="0" marL="457200" rtl="0" algn="l">
              <a:lnSpc>
                <a:spcPct val="12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To Find Inverse of matrix (K-1):</a:t>
            </a:r>
            <a:endParaRPr sz="2000">
              <a:solidFill>
                <a:schemeClr val="dk1"/>
              </a:solidFill>
              <a:latin typeface="Arial"/>
              <a:ea typeface="Arial"/>
              <a:cs typeface="Arial"/>
              <a:sym typeface="Arial"/>
            </a:endParaRPr>
          </a:p>
          <a:p>
            <a:pPr indent="0" lvl="0" marL="228600" rtl="0" algn="l">
              <a:lnSpc>
                <a:spcPct val="120000"/>
              </a:lnSpc>
              <a:spcBef>
                <a:spcPts val="0"/>
              </a:spcBef>
              <a:spcAft>
                <a:spcPts val="0"/>
              </a:spcAft>
              <a:buNone/>
            </a:pPr>
            <a:r>
              <a:t/>
            </a:r>
            <a:endParaRPr sz="2000">
              <a:solidFill>
                <a:schemeClr val="dk1"/>
              </a:solidFill>
              <a:latin typeface="Arial"/>
              <a:ea typeface="Arial"/>
              <a:cs typeface="Arial"/>
              <a:sym typeface="Arial"/>
            </a:endParaRPr>
          </a:p>
          <a:p>
            <a:pPr indent="-165100" lvl="0" marL="228600" rtl="0" algn="l">
              <a:lnSpc>
                <a:spcPct val="120000"/>
              </a:lnSpc>
              <a:spcBef>
                <a:spcPts val="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a:p>
            <a:pPr indent="-165100" lvl="0" marL="228600" rtl="0" algn="l">
              <a:lnSpc>
                <a:spcPct val="120000"/>
              </a:lnSpc>
              <a:spcBef>
                <a:spcPts val="0"/>
              </a:spcBef>
              <a:spcAft>
                <a:spcPts val="0"/>
              </a:spcAft>
              <a:buClr>
                <a:schemeClr val="lt1"/>
              </a:buClr>
              <a:buSzPts val="2000"/>
              <a:buChar char="•"/>
            </a:pPr>
            <a:r>
              <a:t/>
            </a:r>
            <a:endParaRPr sz="2000">
              <a:latin typeface="Arial"/>
              <a:ea typeface="Arial"/>
              <a:cs typeface="Arial"/>
              <a:sym typeface="Arial"/>
            </a:endParaRPr>
          </a:p>
          <a:p>
            <a:pPr indent="0" lvl="0" marL="228600" rtl="0" algn="l">
              <a:lnSpc>
                <a:spcPct val="120000"/>
              </a:lnSpc>
              <a:spcBef>
                <a:spcPts val="0"/>
              </a:spcBef>
              <a:spcAft>
                <a:spcPts val="0"/>
              </a:spcAft>
              <a:buNone/>
            </a:pPr>
            <a:r>
              <a:t/>
            </a:r>
            <a:endParaRPr i="0" sz="2000" u="none" strike="noStrike">
              <a:solidFill>
                <a:srgbClr val="000000"/>
              </a:solidFill>
              <a:highlight>
                <a:srgbClr val="FFFFFF"/>
              </a:highlight>
              <a:latin typeface="Arial"/>
              <a:ea typeface="Arial"/>
              <a:cs typeface="Arial"/>
              <a:sym typeface="Arial"/>
            </a:endParaRPr>
          </a:p>
          <a:p>
            <a:pPr indent="0" lvl="0" marL="0" rtl="0" algn="l">
              <a:lnSpc>
                <a:spcPct val="120000"/>
              </a:lnSpc>
              <a:spcBef>
                <a:spcPts val="0"/>
              </a:spcBef>
              <a:spcAft>
                <a:spcPts val="0"/>
              </a:spcAft>
              <a:buNone/>
            </a:pPr>
            <a:r>
              <a:rPr lang="en-US" sz="2000">
                <a:solidFill>
                  <a:srgbClr val="000000"/>
                </a:solidFill>
                <a:highlight>
                  <a:srgbClr val="FFFFFF"/>
                </a:highlight>
                <a:latin typeface="Arial"/>
                <a:ea typeface="Arial"/>
                <a:cs typeface="Arial"/>
                <a:sym typeface="Arial"/>
              </a:rPr>
              <a:t>then,</a:t>
            </a:r>
            <a:endParaRPr sz="2000">
              <a:solidFill>
                <a:srgbClr val="000000"/>
              </a:solidFill>
              <a:highlight>
                <a:srgbClr val="FFFFFF"/>
              </a:highlight>
              <a:latin typeface="Arial"/>
              <a:ea typeface="Arial"/>
              <a:cs typeface="Arial"/>
              <a:sym typeface="Arial"/>
            </a:endParaRPr>
          </a:p>
          <a:p>
            <a:pPr indent="-165100" lvl="0" marL="228600" rtl="0" algn="l">
              <a:lnSpc>
                <a:spcPct val="120000"/>
              </a:lnSpc>
              <a:spcBef>
                <a:spcPts val="100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a:p>
            <a:pPr indent="0" lvl="0" marL="228600" rtl="0" algn="l">
              <a:spcBef>
                <a:spcPts val="0"/>
              </a:spcBef>
              <a:spcAft>
                <a:spcPts val="0"/>
              </a:spcAft>
              <a:buNone/>
            </a:pPr>
            <a:r>
              <a:rPr lang="en-US" sz="2000">
                <a:latin typeface="Arial"/>
                <a:ea typeface="Arial"/>
                <a:cs typeface="Arial"/>
                <a:sym typeface="Arial"/>
              </a:rPr>
              <a:t>th</a:t>
            </a:r>
            <a:endParaRPr sz="2000">
              <a:latin typeface="Arial"/>
              <a:ea typeface="Arial"/>
              <a:cs typeface="Arial"/>
              <a:sym typeface="Arial"/>
            </a:endParaRPr>
          </a:p>
        </p:txBody>
      </p:sp>
      <p:pic>
        <p:nvPicPr>
          <p:cNvPr id="336" name="Google Shape;336;g2f1ef7511f3_2_11"/>
          <p:cNvPicPr preferRelativeResize="0"/>
          <p:nvPr/>
        </p:nvPicPr>
        <p:blipFill>
          <a:blip r:embed="rId3">
            <a:alphaModFix/>
          </a:blip>
          <a:stretch>
            <a:fillRect/>
          </a:stretch>
        </p:blipFill>
        <p:spPr>
          <a:xfrm>
            <a:off x="1060812" y="1725173"/>
            <a:ext cx="10417126" cy="1392627"/>
          </a:xfrm>
          <a:prstGeom prst="rect">
            <a:avLst/>
          </a:prstGeom>
          <a:noFill/>
          <a:ln>
            <a:noFill/>
          </a:ln>
        </p:spPr>
      </p:pic>
      <p:pic>
        <p:nvPicPr>
          <p:cNvPr id="337" name="Google Shape;337;g2f1ef7511f3_2_11"/>
          <p:cNvPicPr preferRelativeResize="0"/>
          <p:nvPr/>
        </p:nvPicPr>
        <p:blipFill>
          <a:blip r:embed="rId4">
            <a:alphaModFix/>
          </a:blip>
          <a:stretch>
            <a:fillRect/>
          </a:stretch>
        </p:blipFill>
        <p:spPr>
          <a:xfrm>
            <a:off x="1672457" y="3354375"/>
            <a:ext cx="8847094" cy="3325351"/>
          </a:xfrm>
          <a:prstGeom prst="rect">
            <a:avLst/>
          </a:prstGeom>
          <a:noFill/>
          <a:ln>
            <a:noFill/>
          </a:ln>
        </p:spPr>
      </p:pic>
      <p:sp>
        <p:nvSpPr>
          <p:cNvPr id="338" name="Google Shape;338;g2f1ef7511f3_2_11"/>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2" name="Shape 342"/>
        <p:cNvGrpSpPr/>
        <p:nvPr/>
      </p:nvGrpSpPr>
      <p:grpSpPr>
        <a:xfrm>
          <a:off x="0" y="0"/>
          <a:ext cx="0" cy="0"/>
          <a:chOff x="0" y="0"/>
          <a:chExt cx="0" cy="0"/>
        </a:xfrm>
      </p:grpSpPr>
      <p:sp>
        <p:nvSpPr>
          <p:cNvPr id="343" name="Google Shape;343;p14"/>
          <p:cNvSpPr txBox="1"/>
          <p:nvPr>
            <p:ph type="title"/>
          </p:nvPr>
        </p:nvSpPr>
        <p:spPr>
          <a:xfrm>
            <a:off x="1141413" y="900332"/>
            <a:ext cx="9905998" cy="68931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rPr b="1" i="0" lang="en-US" sz="2700" u="none" strike="noStrike">
                <a:solidFill>
                  <a:srgbClr val="494949"/>
                </a:solidFill>
                <a:latin typeface="Arial"/>
                <a:ea typeface="Arial"/>
                <a:cs typeface="Arial"/>
                <a:sym typeface="Arial"/>
              </a:rPr>
              <a:t>5. VIGENERE CIPHER</a:t>
            </a: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44" name="Google Shape;344;p14"/>
          <p:cNvSpPr txBox="1"/>
          <p:nvPr>
            <p:ph idx="1" type="body"/>
          </p:nvPr>
        </p:nvSpPr>
        <p:spPr>
          <a:xfrm>
            <a:off x="1141413" y="1708761"/>
            <a:ext cx="9906000" cy="4971600"/>
          </a:xfrm>
          <a:prstGeom prst="rect">
            <a:avLst/>
          </a:prstGeom>
          <a:noFill/>
          <a:ln>
            <a:noFill/>
          </a:ln>
        </p:spPr>
        <p:txBody>
          <a:bodyPr anchorCtr="0" anchor="t" bIns="45700" lIns="91425" spcFirstLastPara="1" rIns="91425" wrap="square" tIns="45700">
            <a:normAutofit/>
          </a:bodyPr>
          <a:lstStyle/>
          <a:p>
            <a:pPr indent="-196850" lvl="0" marL="228600" rtl="0" algn="just">
              <a:lnSpc>
                <a:spcPct val="120000"/>
              </a:lnSpc>
              <a:spcBef>
                <a:spcPts val="0"/>
              </a:spcBef>
              <a:spcAft>
                <a:spcPts val="0"/>
              </a:spcAft>
              <a:buClr>
                <a:srgbClr val="393939"/>
              </a:buClr>
              <a:buSzPts val="2000"/>
              <a:buFont typeface="Arial"/>
              <a:buChar char="•"/>
            </a:pPr>
            <a:r>
              <a:rPr i="0" lang="en-US" sz="2000" u="none" strike="noStrike">
                <a:solidFill>
                  <a:srgbClr val="393939"/>
                </a:solidFill>
                <a:latin typeface="Arial"/>
                <a:ea typeface="Arial"/>
                <a:cs typeface="Arial"/>
                <a:sym typeface="Arial"/>
              </a:rPr>
              <a:t>The Vigenère cipher is a method of encrypting alphabetic text where each letter of the plaintext is encoded with a different Caesar cipher, whose increment is determined by the </a:t>
            </a:r>
            <a:r>
              <a:rPr b="1" i="0" lang="en-US" sz="2000" u="none" strike="noStrike">
                <a:solidFill>
                  <a:srgbClr val="393939"/>
                </a:solidFill>
                <a:latin typeface="Arial"/>
                <a:ea typeface="Arial"/>
                <a:cs typeface="Arial"/>
                <a:sym typeface="Arial"/>
              </a:rPr>
              <a:t>corresponding letter</a:t>
            </a:r>
            <a:r>
              <a:rPr i="0" lang="en-US" sz="2000" u="none" strike="noStrike">
                <a:solidFill>
                  <a:srgbClr val="393939"/>
                </a:solidFill>
                <a:latin typeface="Arial"/>
                <a:ea typeface="Arial"/>
                <a:cs typeface="Arial"/>
                <a:sym typeface="Arial"/>
              </a:rPr>
              <a:t> of another text, the key.</a:t>
            </a:r>
            <a:endParaRPr i="0" sz="2000" u="none" strike="noStrike">
              <a:solidFill>
                <a:srgbClr val="393939"/>
              </a:solidFill>
              <a:latin typeface="Arial"/>
              <a:ea typeface="Arial"/>
              <a:cs typeface="Arial"/>
              <a:sym typeface="Arial"/>
            </a:endParaRPr>
          </a:p>
          <a:p>
            <a:pPr indent="0" lvl="0" marL="228600" rtl="0" algn="just">
              <a:lnSpc>
                <a:spcPct val="120000"/>
              </a:lnSpc>
              <a:spcBef>
                <a:spcPts val="0"/>
              </a:spcBef>
              <a:spcAft>
                <a:spcPts val="0"/>
              </a:spcAft>
              <a:buNone/>
            </a:pPr>
            <a:r>
              <a:t/>
            </a:r>
            <a:endParaRPr sz="2000">
              <a:solidFill>
                <a:srgbClr val="393939"/>
              </a:solidFill>
              <a:latin typeface="Arial"/>
              <a:ea typeface="Arial"/>
              <a:cs typeface="Arial"/>
              <a:sym typeface="Arial"/>
            </a:endParaRPr>
          </a:p>
          <a:p>
            <a:pPr indent="-212725" lvl="0" marL="228600" rtl="0" algn="just">
              <a:spcBef>
                <a:spcPts val="0"/>
              </a:spcBef>
              <a:spcAft>
                <a:spcPts val="0"/>
              </a:spcAft>
              <a:buClr>
                <a:srgbClr val="393939"/>
              </a:buClr>
              <a:buSzPts val="2000"/>
              <a:buChar char="•"/>
            </a:pPr>
            <a:r>
              <a:rPr lang="en-US" sz="2000">
                <a:solidFill>
                  <a:srgbClr val="393939"/>
                </a:solidFill>
                <a:latin typeface="Arial"/>
                <a:ea typeface="Arial"/>
                <a:cs typeface="Arial"/>
                <a:sym typeface="Arial"/>
              </a:rPr>
              <a:t>The Vigenère cipher is more secure than the Caesar cipher because it uses multiple shifts (one for each letter of the keyword) rather than a single shift. </a:t>
            </a:r>
            <a:endParaRPr sz="2000">
              <a:solidFill>
                <a:srgbClr val="393939"/>
              </a:solidFill>
              <a:latin typeface="Arial"/>
              <a:ea typeface="Arial"/>
              <a:cs typeface="Arial"/>
              <a:sym typeface="Arial"/>
            </a:endParaRPr>
          </a:p>
          <a:p>
            <a:pPr indent="-196850" lvl="0" marL="228600" rtl="0" algn="just">
              <a:lnSpc>
                <a:spcPct val="120000"/>
              </a:lnSpc>
              <a:spcBef>
                <a:spcPts val="0"/>
              </a:spcBef>
              <a:spcAft>
                <a:spcPts val="0"/>
              </a:spcAft>
              <a:buClr>
                <a:schemeClr val="lt1"/>
              </a:buClr>
              <a:buSzPts val="2000"/>
              <a:buChar char="•"/>
            </a:pPr>
            <a:br>
              <a:rPr lang="en-US" sz="2000">
                <a:latin typeface="Arial"/>
                <a:ea typeface="Arial"/>
                <a:cs typeface="Arial"/>
                <a:sym typeface="Arial"/>
              </a:rPr>
            </a:br>
            <a:endParaRPr sz="2000">
              <a:latin typeface="Arial"/>
              <a:ea typeface="Arial"/>
              <a:cs typeface="Arial"/>
              <a:sym typeface="Arial"/>
            </a:endParaRPr>
          </a:p>
          <a:p>
            <a:pPr indent="-196850" lvl="0" marL="228600" rtl="0" algn="just">
              <a:lnSpc>
                <a:spcPct val="120000"/>
              </a:lnSpc>
              <a:spcBef>
                <a:spcPts val="1000"/>
              </a:spcBef>
              <a:spcAft>
                <a:spcPts val="0"/>
              </a:spcAft>
              <a:buClr>
                <a:schemeClr val="lt1"/>
              </a:buClr>
              <a:buSzPts val="2000"/>
              <a:buChar char="•"/>
            </a:pPr>
            <a:br>
              <a:rPr lang="en-US" sz="2000">
                <a:latin typeface="Arial"/>
                <a:ea typeface="Arial"/>
                <a:cs typeface="Arial"/>
                <a:sym typeface="Arial"/>
              </a:rPr>
            </a:br>
            <a:br>
              <a:rPr lang="en-US" sz="2000">
                <a:latin typeface="Arial"/>
                <a:ea typeface="Arial"/>
                <a:cs typeface="Arial"/>
                <a:sym typeface="Arial"/>
              </a:rPr>
            </a:br>
            <a:endParaRPr sz="2000">
              <a:latin typeface="Arial"/>
              <a:ea typeface="Arial"/>
              <a:cs typeface="Arial"/>
              <a:sym typeface="Arial"/>
            </a:endParaRPr>
          </a:p>
        </p:txBody>
      </p:sp>
      <p:sp>
        <p:nvSpPr>
          <p:cNvPr id="345" name="Google Shape;345;p14"/>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9" name="Shape 349"/>
        <p:cNvGrpSpPr/>
        <p:nvPr/>
      </p:nvGrpSpPr>
      <p:grpSpPr>
        <a:xfrm>
          <a:off x="0" y="0"/>
          <a:ext cx="0" cy="0"/>
          <a:chOff x="0" y="0"/>
          <a:chExt cx="0" cy="0"/>
        </a:xfrm>
      </p:grpSpPr>
      <p:sp>
        <p:nvSpPr>
          <p:cNvPr id="350" name="Google Shape;350;p15"/>
          <p:cNvSpPr txBox="1"/>
          <p:nvPr>
            <p:ph type="title"/>
          </p:nvPr>
        </p:nvSpPr>
        <p:spPr>
          <a:xfrm>
            <a:off x="1141413" y="506437"/>
            <a:ext cx="9906000" cy="618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Verdana"/>
              <a:buNone/>
            </a:pPr>
            <a:r>
              <a:rPr b="1" lang="en-US" sz="2400">
                <a:solidFill>
                  <a:srgbClr val="494949"/>
                </a:solidFill>
                <a:latin typeface="Verdana"/>
                <a:ea typeface="Verdana"/>
                <a:cs typeface="Verdana"/>
                <a:sym typeface="Verdana"/>
              </a:rPr>
              <a:t>5.</a:t>
            </a:r>
            <a:r>
              <a:rPr b="1" i="0" lang="en-US" sz="2400" u="none" strike="noStrike">
                <a:solidFill>
                  <a:srgbClr val="494949"/>
                </a:solidFill>
                <a:latin typeface="Verdana"/>
                <a:ea typeface="Verdana"/>
                <a:cs typeface="Verdana"/>
                <a:sym typeface="Verdana"/>
              </a:rPr>
              <a:t> VIGENERE CIPHER</a:t>
            </a:r>
            <a:br>
              <a:rPr b="0" lang="en-US" sz="2400"/>
            </a:br>
            <a:br>
              <a:rPr b="0" lang="en-US" sz="2400"/>
            </a:br>
            <a:endParaRPr b="1" i="0" sz="2400" u="none" strike="noStrike">
              <a:solidFill>
                <a:srgbClr val="494949"/>
              </a:solidFill>
              <a:latin typeface="Arial"/>
              <a:ea typeface="Arial"/>
              <a:cs typeface="Arial"/>
              <a:sym typeface="Arial"/>
            </a:endParaRPr>
          </a:p>
        </p:txBody>
      </p:sp>
      <p:pic>
        <p:nvPicPr>
          <p:cNvPr id="351" name="Google Shape;351;p15"/>
          <p:cNvPicPr preferRelativeResize="0"/>
          <p:nvPr>
            <p:ph idx="1" type="body"/>
          </p:nvPr>
        </p:nvPicPr>
        <p:blipFill rotWithShape="1">
          <a:blip r:embed="rId3">
            <a:alphaModFix/>
          </a:blip>
          <a:srcRect b="0" l="0" r="0" t="0"/>
          <a:stretch/>
        </p:blipFill>
        <p:spPr>
          <a:xfrm>
            <a:off x="3990775" y="679175"/>
            <a:ext cx="7936200" cy="6029700"/>
          </a:xfrm>
          <a:prstGeom prst="rect">
            <a:avLst/>
          </a:prstGeom>
          <a:noFill/>
          <a:ln>
            <a:noFill/>
          </a:ln>
        </p:spPr>
      </p:pic>
      <p:pic>
        <p:nvPicPr>
          <p:cNvPr id="352" name="Google Shape;352;p15"/>
          <p:cNvPicPr preferRelativeResize="0"/>
          <p:nvPr/>
        </p:nvPicPr>
        <p:blipFill>
          <a:blip r:embed="rId4">
            <a:alphaModFix/>
          </a:blip>
          <a:stretch>
            <a:fillRect/>
          </a:stretch>
        </p:blipFill>
        <p:spPr>
          <a:xfrm>
            <a:off x="1057275" y="4297850"/>
            <a:ext cx="2933500" cy="1284625"/>
          </a:xfrm>
          <a:prstGeom prst="rect">
            <a:avLst/>
          </a:prstGeom>
          <a:noFill/>
          <a:ln>
            <a:noFill/>
          </a:ln>
        </p:spPr>
      </p:pic>
      <p:pic>
        <p:nvPicPr>
          <p:cNvPr id="353" name="Google Shape;353;p15"/>
          <p:cNvPicPr preferRelativeResize="0"/>
          <p:nvPr/>
        </p:nvPicPr>
        <p:blipFill>
          <a:blip r:embed="rId5">
            <a:alphaModFix/>
          </a:blip>
          <a:stretch>
            <a:fillRect/>
          </a:stretch>
        </p:blipFill>
        <p:spPr>
          <a:xfrm>
            <a:off x="944650" y="5734875"/>
            <a:ext cx="2933500" cy="246324"/>
          </a:xfrm>
          <a:prstGeom prst="rect">
            <a:avLst/>
          </a:prstGeom>
          <a:noFill/>
          <a:ln>
            <a:noFill/>
          </a:ln>
        </p:spPr>
      </p:pic>
      <p:sp>
        <p:nvSpPr>
          <p:cNvPr id="354" name="Google Shape;354;p15"/>
          <p:cNvSpPr txBox="1"/>
          <p:nvPr>
            <p:ph type="title"/>
          </p:nvPr>
        </p:nvSpPr>
        <p:spPr>
          <a:xfrm>
            <a:off x="760415" y="971250"/>
            <a:ext cx="1591800" cy="689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494949"/>
              </a:buClr>
              <a:buSzPct val="100000"/>
              <a:buFont typeface="Arial"/>
              <a:buNone/>
            </a:pPr>
            <a:r>
              <a:rPr b="1" lang="en-US" sz="2400">
                <a:solidFill>
                  <a:srgbClr val="494949"/>
                </a:solidFill>
                <a:latin typeface="Arial"/>
                <a:ea typeface="Arial"/>
                <a:cs typeface="Arial"/>
                <a:sym typeface="Arial"/>
              </a:rPr>
              <a:t>Method 1 :</a:t>
            </a: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55" name="Google Shape;355;p15"/>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56" name="Google Shape;356;p15"/>
          <p:cNvSpPr txBox="1"/>
          <p:nvPr/>
        </p:nvSpPr>
        <p:spPr>
          <a:xfrm>
            <a:off x="471125" y="1328575"/>
            <a:ext cx="3512100" cy="29706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Char char="●"/>
            </a:pPr>
            <a:r>
              <a:rPr lang="en-US" sz="2000">
                <a:solidFill>
                  <a:schemeClr val="dk1"/>
                </a:solidFill>
              </a:rPr>
              <a:t>It uses a Vigenere table or Vigenere square for encryption and decryption of the text. The vigenere table is also called the tabula recta.</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Ex.</a:t>
            </a:r>
            <a:endParaRPr b="1" sz="2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0" name="Shape 360"/>
        <p:cNvGrpSpPr/>
        <p:nvPr/>
      </p:nvGrpSpPr>
      <p:grpSpPr>
        <a:xfrm>
          <a:off x="0" y="0"/>
          <a:ext cx="0" cy="0"/>
          <a:chOff x="0" y="0"/>
          <a:chExt cx="0" cy="0"/>
        </a:xfrm>
      </p:grpSpPr>
      <p:sp>
        <p:nvSpPr>
          <p:cNvPr id="361" name="Google Shape;361;p16"/>
          <p:cNvSpPr txBox="1"/>
          <p:nvPr>
            <p:ph type="title"/>
          </p:nvPr>
        </p:nvSpPr>
        <p:spPr>
          <a:xfrm>
            <a:off x="940300" y="521070"/>
            <a:ext cx="9906000" cy="14418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rPr b="1" i="0" lang="en-US" sz="2700" u="none" strike="noStrike">
                <a:solidFill>
                  <a:srgbClr val="494949"/>
                </a:solidFill>
                <a:latin typeface="Arial"/>
                <a:ea typeface="Arial"/>
                <a:cs typeface="Arial"/>
                <a:sym typeface="Arial"/>
              </a:rPr>
              <a:t> 5</a:t>
            </a:r>
            <a:r>
              <a:rPr b="1" lang="en-US" sz="2700">
                <a:solidFill>
                  <a:srgbClr val="494949"/>
                </a:solidFill>
                <a:latin typeface="Arial"/>
                <a:ea typeface="Arial"/>
                <a:cs typeface="Arial"/>
                <a:sym typeface="Arial"/>
              </a:rPr>
              <a:t>. </a:t>
            </a:r>
            <a:r>
              <a:rPr b="1" i="0" lang="en-US" sz="2700" u="none" strike="noStrike">
                <a:solidFill>
                  <a:srgbClr val="494949"/>
                </a:solidFill>
                <a:latin typeface="Arial"/>
                <a:ea typeface="Arial"/>
                <a:cs typeface="Arial"/>
                <a:sym typeface="Arial"/>
              </a:rPr>
              <a:t>VIGENERE CIPHER </a:t>
            </a:r>
            <a:br>
              <a:rPr b="1" lang="en-US" sz="2400">
                <a:latin typeface="Arial"/>
                <a:ea typeface="Arial"/>
                <a:cs typeface="Arial"/>
                <a:sym typeface="Arial"/>
              </a:rPr>
            </a:br>
            <a:br>
              <a:rPr b="1"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62" name="Google Shape;362;p16"/>
          <p:cNvSpPr txBox="1"/>
          <p:nvPr>
            <p:ph idx="1" type="body"/>
          </p:nvPr>
        </p:nvSpPr>
        <p:spPr>
          <a:xfrm>
            <a:off x="1360300" y="1550324"/>
            <a:ext cx="9906000" cy="4995900"/>
          </a:xfrm>
          <a:prstGeom prst="rect">
            <a:avLst/>
          </a:prstGeom>
          <a:noFill/>
          <a:ln>
            <a:noFill/>
          </a:ln>
        </p:spPr>
        <p:txBody>
          <a:bodyPr anchorCtr="0" anchor="t" bIns="45700" lIns="91425" spcFirstLastPara="1" rIns="91425" wrap="square" tIns="45700">
            <a:normAutofit/>
          </a:bodyPr>
          <a:lstStyle/>
          <a:p>
            <a:pPr indent="-219075" lvl="0" marL="228600" rtl="0" algn="l">
              <a:lnSpc>
                <a:spcPct val="120000"/>
              </a:lnSpc>
              <a:spcBef>
                <a:spcPts val="0"/>
              </a:spcBef>
              <a:spcAft>
                <a:spcPts val="0"/>
              </a:spcAft>
              <a:buClr>
                <a:srgbClr val="000000"/>
              </a:buClr>
              <a:buSzPts val="2100"/>
              <a:buChar char="●"/>
            </a:pPr>
            <a:r>
              <a:rPr b="1" lang="en-US" sz="2100">
                <a:solidFill>
                  <a:srgbClr val="000000"/>
                </a:solidFill>
                <a:latin typeface="Arial"/>
                <a:ea typeface="Arial"/>
                <a:cs typeface="Arial"/>
                <a:sym typeface="Arial"/>
              </a:rPr>
              <a:t>Method 2:</a:t>
            </a:r>
            <a:endParaRPr b="1" sz="2100">
              <a:solidFill>
                <a:srgbClr val="000000"/>
              </a:solidFill>
              <a:latin typeface="Arial"/>
              <a:ea typeface="Arial"/>
              <a:cs typeface="Arial"/>
              <a:sym typeface="Arial"/>
            </a:endParaRPr>
          </a:p>
          <a:p>
            <a:pPr indent="-212725" lvl="1" marL="6858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When the vigenere table is not given, the encryption and decryption are done by Vinegener algebraically formula in this method (convert the letters (A - Z) into the numbers (0-25)). </a:t>
            </a:r>
            <a:endParaRPr i="0" sz="2000" u="none" strike="noStrike">
              <a:solidFill>
                <a:srgbClr val="000000"/>
              </a:solidFill>
              <a:latin typeface="Arial"/>
              <a:ea typeface="Arial"/>
              <a:cs typeface="Arial"/>
              <a:sym typeface="Arial"/>
            </a:endParaRPr>
          </a:p>
          <a:p>
            <a:pPr indent="0" lvl="0" marL="228600" rtl="0" algn="l">
              <a:lnSpc>
                <a:spcPct val="120000"/>
              </a:lnSpc>
              <a:spcBef>
                <a:spcPts val="0"/>
              </a:spcBef>
              <a:spcAft>
                <a:spcPts val="0"/>
              </a:spcAft>
              <a:buNone/>
            </a:pPr>
            <a:r>
              <a:rPr lang="en-US" sz="2000">
                <a:solidFill>
                  <a:srgbClr val="000000"/>
                </a:solidFill>
                <a:latin typeface="Arial"/>
                <a:ea typeface="Arial"/>
                <a:cs typeface="Arial"/>
                <a:sym typeface="Arial"/>
              </a:rPr>
              <a:t>									</a:t>
            </a:r>
            <a:r>
              <a:rPr lang="en-US" sz="2000">
                <a:solidFill>
                  <a:srgbClr val="000000"/>
                </a:solidFill>
                <a:latin typeface="Arial"/>
                <a:ea typeface="Arial"/>
                <a:cs typeface="Arial"/>
                <a:sym typeface="Arial"/>
              </a:rPr>
              <a:t>	</a:t>
            </a:r>
            <a:r>
              <a:rPr lang="en-US" sz="2000">
                <a:solidFill>
                  <a:srgbClr val="000000"/>
                </a:solidFill>
                <a:latin typeface="Arial"/>
                <a:ea typeface="Arial"/>
                <a:cs typeface="Arial"/>
                <a:sym typeface="Arial"/>
              </a:rPr>
              <a:t>	</a:t>
            </a:r>
            <a:r>
              <a:rPr b="1" lang="en-US" sz="2000" u="sng">
                <a:solidFill>
                  <a:schemeClr val="dk1"/>
                </a:solidFill>
                <a:latin typeface="Arial"/>
                <a:ea typeface="Arial"/>
                <a:cs typeface="Arial"/>
                <a:sym typeface="Arial"/>
              </a:rPr>
              <a:t>Encr ex,</a:t>
            </a:r>
            <a:endParaRPr b="1" sz="2000">
              <a:solidFill>
                <a:srgbClr val="000000"/>
              </a:solidFill>
              <a:latin typeface="Arial"/>
              <a:ea typeface="Arial"/>
              <a:cs typeface="Arial"/>
              <a:sym typeface="Arial"/>
            </a:endParaRPr>
          </a:p>
          <a:p>
            <a:pPr indent="-371475" lvl="0" marL="457200" rtl="0" algn="l">
              <a:lnSpc>
                <a:spcPct val="120000"/>
              </a:lnSpc>
              <a:spcBef>
                <a:spcPts val="0"/>
              </a:spcBef>
              <a:spcAft>
                <a:spcPts val="0"/>
              </a:spcAft>
              <a:buClr>
                <a:srgbClr val="000000"/>
              </a:buClr>
              <a:buSzPts val="2250"/>
              <a:buFont typeface="Arial"/>
              <a:buChar char="●"/>
            </a:pPr>
            <a:r>
              <a:rPr i="0" lang="en-US" sz="2100" u="none" strike="noStrike">
                <a:solidFill>
                  <a:srgbClr val="000000"/>
                </a:solidFill>
                <a:latin typeface="Arial"/>
                <a:ea typeface="Arial"/>
                <a:cs typeface="Arial"/>
                <a:sym typeface="Arial"/>
              </a:rPr>
              <a:t> </a:t>
            </a:r>
            <a:r>
              <a:rPr b="1" i="0" lang="en-US" sz="2200" u="none" strike="noStrike">
                <a:solidFill>
                  <a:srgbClr val="000000"/>
                </a:solidFill>
                <a:latin typeface="Arial"/>
                <a:ea typeface="Arial"/>
                <a:cs typeface="Arial"/>
                <a:sym typeface="Arial"/>
              </a:rPr>
              <a:t>Formula of encryption is,</a:t>
            </a:r>
            <a:r>
              <a:rPr i="0" lang="en-US" sz="2100" u="none" strike="noStrike">
                <a:solidFill>
                  <a:srgbClr val="000000"/>
                </a:solidFill>
                <a:latin typeface="Arial"/>
                <a:ea typeface="Arial"/>
                <a:cs typeface="Arial"/>
                <a:sym typeface="Arial"/>
              </a:rPr>
              <a:t>		</a:t>
            </a:r>
            <a:r>
              <a:rPr i="0" lang="en-US" sz="2000" u="none" strike="noStrike">
                <a:solidFill>
                  <a:srgbClr val="000000"/>
                </a:solidFill>
                <a:latin typeface="Arial"/>
                <a:ea typeface="Arial"/>
                <a:cs typeface="Arial"/>
                <a:sym typeface="Arial"/>
              </a:rPr>
              <a:t>        	</a:t>
            </a:r>
            <a:endParaRPr sz="2000" u="sng">
              <a:solidFill>
                <a:srgbClr val="000000"/>
              </a:solidFill>
              <a:latin typeface="Arial"/>
              <a:ea typeface="Arial"/>
              <a:cs typeface="Arial"/>
              <a:sym typeface="Arial"/>
            </a:endParaRPr>
          </a:p>
          <a:p>
            <a:pPr indent="-212725" lvl="1" marL="685800" rtl="0" algn="l">
              <a:lnSpc>
                <a:spcPct val="120000"/>
              </a:lnSpc>
              <a:spcBef>
                <a:spcPts val="0"/>
              </a:spcBef>
              <a:spcAft>
                <a:spcPts val="0"/>
              </a:spcAft>
              <a:buClr>
                <a:srgbClr val="000000"/>
              </a:buClr>
              <a:buSzPts val="2000"/>
              <a:buChar char="○"/>
            </a:pPr>
            <a:r>
              <a:rPr i="0" lang="en-US" sz="2000" u="none" strike="noStrike">
                <a:solidFill>
                  <a:srgbClr val="000000"/>
                </a:solidFill>
                <a:latin typeface="Arial"/>
                <a:ea typeface="Arial"/>
                <a:cs typeface="Arial"/>
                <a:sym typeface="Arial"/>
              </a:rPr>
              <a:t> Ei = (Pi + Ki) </a:t>
            </a:r>
            <a:endParaRPr i="0" sz="2000" u="none" strike="noStrike">
              <a:solidFill>
                <a:srgbClr val="000000"/>
              </a:solidFill>
              <a:latin typeface="Arial"/>
              <a:ea typeface="Arial"/>
              <a:cs typeface="Arial"/>
              <a:sym typeface="Arial"/>
            </a:endParaRPr>
          </a:p>
          <a:p>
            <a:pPr indent="0" lvl="0" marL="228600" rtl="0" algn="l">
              <a:lnSpc>
                <a:spcPct val="120000"/>
              </a:lnSpc>
              <a:spcBef>
                <a:spcPts val="0"/>
              </a:spcBef>
              <a:spcAft>
                <a:spcPts val="0"/>
              </a:spcAft>
              <a:buNone/>
            </a:pPr>
            <a:r>
              <a:t/>
            </a:r>
            <a:endParaRPr sz="2000">
              <a:solidFill>
                <a:srgbClr val="000000"/>
              </a:solidFill>
              <a:latin typeface="Arial"/>
              <a:ea typeface="Arial"/>
              <a:cs typeface="Arial"/>
              <a:sym typeface="Arial"/>
            </a:endParaRPr>
          </a:p>
          <a:p>
            <a:pPr indent="-355600" lvl="0" marL="457200" rtl="0" algn="l">
              <a:spcBef>
                <a:spcPts val="0"/>
              </a:spcBef>
              <a:spcAft>
                <a:spcPts val="0"/>
              </a:spcAft>
              <a:buClr>
                <a:schemeClr val="dk1"/>
              </a:buClr>
              <a:buSzPts val="2000"/>
              <a:buFont typeface="Arial"/>
              <a:buChar char="●"/>
            </a:pPr>
            <a:r>
              <a:rPr b="1" lang="en-US" sz="2100">
                <a:solidFill>
                  <a:schemeClr val="dk1"/>
                </a:solidFill>
                <a:latin typeface="Arial"/>
                <a:ea typeface="Arial"/>
                <a:cs typeface="Arial"/>
                <a:sym typeface="Arial"/>
              </a:rPr>
              <a:t> Formula of decryption is,	</a:t>
            </a:r>
            <a:r>
              <a:rPr lang="en-US" sz="2000">
                <a:solidFill>
                  <a:schemeClr val="dk1"/>
                </a:solidFill>
                <a:latin typeface="Arial"/>
                <a:ea typeface="Arial"/>
                <a:cs typeface="Arial"/>
                <a:sym typeface="Arial"/>
              </a:rPr>
              <a:t>		</a:t>
            </a:r>
            <a:endParaRPr sz="2000" u="sng">
              <a:solidFill>
                <a:schemeClr val="dk1"/>
              </a:solidFill>
              <a:latin typeface="Arial"/>
              <a:ea typeface="Arial"/>
              <a:cs typeface="Arial"/>
              <a:sym typeface="Arial"/>
            </a:endParaRPr>
          </a:p>
          <a:p>
            <a:pPr indent="-212725" lvl="1" marL="685800" rtl="0" algn="l">
              <a:lnSpc>
                <a:spcPct val="120000"/>
              </a:lnSpc>
              <a:spcBef>
                <a:spcPts val="0"/>
              </a:spcBef>
              <a:spcAft>
                <a:spcPts val="0"/>
              </a:spcAft>
              <a:buClr>
                <a:srgbClr val="000000"/>
              </a:buClr>
              <a:buSzPts val="2000"/>
              <a:buChar char="○"/>
            </a:pPr>
            <a:r>
              <a:rPr lang="en-US" sz="2000">
                <a:solidFill>
                  <a:schemeClr val="dk1"/>
                </a:solidFill>
                <a:latin typeface="Arial"/>
                <a:ea typeface="Arial"/>
                <a:cs typeface="Arial"/>
                <a:sym typeface="Arial"/>
              </a:rPr>
              <a:t> Di = (Ei - Ki)</a:t>
            </a:r>
            <a:r>
              <a:rPr i="0" lang="en-US" sz="2000" u="none" strike="noStrike">
                <a:solidFill>
                  <a:srgbClr val="000000"/>
                </a:solidFill>
                <a:latin typeface="Arial"/>
                <a:ea typeface="Arial"/>
                <a:cs typeface="Arial"/>
                <a:sym typeface="Arial"/>
              </a:rPr>
              <a:t>					</a:t>
            </a:r>
            <a:endParaRPr sz="2000">
              <a:latin typeface="Arial"/>
              <a:ea typeface="Arial"/>
              <a:cs typeface="Arial"/>
              <a:sym typeface="Arial"/>
            </a:endParaRPr>
          </a:p>
          <a:p>
            <a:pPr indent="-165100" lvl="0" marL="228600" rtl="0" algn="l">
              <a:lnSpc>
                <a:spcPct val="120000"/>
              </a:lnSpc>
              <a:spcBef>
                <a:spcPts val="0"/>
              </a:spcBef>
              <a:spcAft>
                <a:spcPts val="0"/>
              </a:spcAft>
              <a:buClr>
                <a:schemeClr val="lt1"/>
              </a:buClr>
              <a:buSzPts val="2000"/>
              <a:buChar char="●"/>
            </a:pPr>
            <a:br>
              <a:rPr lang="en-US" sz="2000">
                <a:latin typeface="Arial"/>
                <a:ea typeface="Arial"/>
                <a:cs typeface="Arial"/>
                <a:sym typeface="Arial"/>
              </a:rPr>
            </a:br>
            <a:r>
              <a:rPr i="0" lang="en-US" sz="2000" u="none" strike="noStrike">
                <a:solidFill>
                  <a:srgbClr val="000000"/>
                </a:solidFill>
                <a:latin typeface="Arial"/>
                <a:ea typeface="Arial"/>
                <a:cs typeface="Arial"/>
                <a:sym typeface="Arial"/>
              </a:rPr>
              <a:t> </a:t>
            </a:r>
            <a:br>
              <a:rPr lang="en-US" sz="2000">
                <a:latin typeface="Arial"/>
                <a:ea typeface="Arial"/>
                <a:cs typeface="Arial"/>
                <a:sym typeface="Arial"/>
              </a:rPr>
            </a:br>
            <a:endParaRPr sz="2000">
              <a:latin typeface="Arial"/>
              <a:ea typeface="Arial"/>
              <a:cs typeface="Arial"/>
              <a:sym typeface="Arial"/>
            </a:endParaRPr>
          </a:p>
        </p:txBody>
      </p:sp>
      <p:pic>
        <p:nvPicPr>
          <p:cNvPr id="363" name="Google Shape;363;p16"/>
          <p:cNvPicPr preferRelativeResize="0"/>
          <p:nvPr/>
        </p:nvPicPr>
        <p:blipFill rotWithShape="1">
          <a:blip r:embed="rId3">
            <a:alphaModFix/>
          </a:blip>
          <a:srcRect b="0" l="0" r="0" t="0"/>
          <a:stretch/>
        </p:blipFill>
        <p:spPr>
          <a:xfrm>
            <a:off x="7571520" y="2977998"/>
            <a:ext cx="1905000" cy="1800225"/>
          </a:xfrm>
          <a:prstGeom prst="rect">
            <a:avLst/>
          </a:prstGeom>
          <a:noFill/>
          <a:ln>
            <a:noFill/>
          </a:ln>
        </p:spPr>
      </p:pic>
      <p:pic>
        <p:nvPicPr>
          <p:cNvPr id="364" name="Google Shape;364;p16"/>
          <p:cNvPicPr preferRelativeResize="0"/>
          <p:nvPr/>
        </p:nvPicPr>
        <p:blipFill rotWithShape="1">
          <a:blip r:embed="rId4">
            <a:alphaModFix/>
          </a:blip>
          <a:srcRect b="0" l="0" r="0" t="0"/>
          <a:stretch/>
        </p:blipFill>
        <p:spPr>
          <a:xfrm>
            <a:off x="1458264" y="5483297"/>
            <a:ext cx="9089912" cy="847725"/>
          </a:xfrm>
          <a:prstGeom prst="rect">
            <a:avLst/>
          </a:prstGeom>
          <a:noFill/>
          <a:ln>
            <a:noFill/>
          </a:ln>
        </p:spPr>
      </p:pic>
      <p:sp>
        <p:nvSpPr>
          <p:cNvPr id="365" name="Google Shape;365;p16"/>
          <p:cNvSpPr txBox="1"/>
          <p:nvPr>
            <p:ph type="title"/>
          </p:nvPr>
        </p:nvSpPr>
        <p:spPr>
          <a:xfrm>
            <a:off x="10846290" y="146175"/>
            <a:ext cx="1591800" cy="689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66" name="Google Shape;366;p16"/>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0" name="Shape 370"/>
        <p:cNvGrpSpPr/>
        <p:nvPr/>
      </p:nvGrpSpPr>
      <p:grpSpPr>
        <a:xfrm>
          <a:off x="0" y="0"/>
          <a:ext cx="0" cy="0"/>
          <a:chOff x="0" y="0"/>
          <a:chExt cx="0" cy="0"/>
        </a:xfrm>
      </p:grpSpPr>
      <p:sp>
        <p:nvSpPr>
          <p:cNvPr id="371" name="Google Shape;371;g2f1ff61888a_0_6"/>
          <p:cNvSpPr txBox="1"/>
          <p:nvPr>
            <p:ph type="title"/>
          </p:nvPr>
        </p:nvSpPr>
        <p:spPr>
          <a:xfrm>
            <a:off x="1387575" y="2953245"/>
            <a:ext cx="9906000" cy="14418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494949"/>
              </a:buClr>
              <a:buSzPct val="26666"/>
              <a:buFont typeface="Arial"/>
              <a:buNone/>
            </a:pPr>
            <a:r>
              <a:rPr b="1" lang="en-US" sz="9000">
                <a:solidFill>
                  <a:srgbClr val="3C78D8"/>
                </a:solidFill>
                <a:latin typeface="Merriweather"/>
                <a:ea typeface="Merriweather"/>
                <a:cs typeface="Merriweather"/>
                <a:sym typeface="Merriweather"/>
              </a:rPr>
              <a:t>Thank You</a:t>
            </a:r>
            <a:r>
              <a:rPr b="1" i="0" lang="en-US" sz="9000" u="none" strike="noStrike">
                <a:solidFill>
                  <a:srgbClr val="3C78D8"/>
                </a:solidFill>
                <a:latin typeface="Merriweather"/>
                <a:ea typeface="Merriweather"/>
                <a:cs typeface="Merriweather"/>
                <a:sym typeface="Merriweather"/>
              </a:rPr>
              <a:t> </a:t>
            </a:r>
            <a:br>
              <a:rPr b="1" lang="en-US" sz="4000">
                <a:solidFill>
                  <a:srgbClr val="3C78D8"/>
                </a:solidFill>
                <a:latin typeface="Merriweather"/>
                <a:ea typeface="Merriweather"/>
                <a:cs typeface="Merriweather"/>
                <a:sym typeface="Merriweather"/>
              </a:rPr>
            </a:br>
            <a:br>
              <a:rPr b="1" lang="en-US" sz="4000">
                <a:solidFill>
                  <a:srgbClr val="3C78D8"/>
                </a:solidFill>
                <a:latin typeface="Merriweather"/>
                <a:ea typeface="Merriweather"/>
                <a:cs typeface="Merriweather"/>
                <a:sym typeface="Merriweather"/>
              </a:rPr>
            </a:br>
            <a:endParaRPr b="1" i="0" sz="4000" u="none" strike="noStrike">
              <a:solidFill>
                <a:srgbClr val="3C78D8"/>
              </a:solidFill>
              <a:latin typeface="Merriweather"/>
              <a:ea typeface="Merriweather"/>
              <a:cs typeface="Merriweather"/>
              <a:sym typeface="Merriweather"/>
            </a:endParaRPr>
          </a:p>
        </p:txBody>
      </p:sp>
      <p:sp>
        <p:nvSpPr>
          <p:cNvPr id="372" name="Google Shape;372;g2f1ff61888a_0_6"/>
          <p:cNvSpPr txBox="1"/>
          <p:nvPr>
            <p:ph type="title"/>
          </p:nvPr>
        </p:nvSpPr>
        <p:spPr>
          <a:xfrm>
            <a:off x="10846290" y="146175"/>
            <a:ext cx="1591800" cy="689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0" lvl="0" marL="0" rtl="0" algn="l">
              <a:lnSpc>
                <a:spcPct val="90000"/>
              </a:lnSpc>
              <a:spcBef>
                <a:spcPts val="0"/>
              </a:spcBef>
              <a:spcAft>
                <a:spcPts val="0"/>
              </a:spcAft>
              <a:buClr>
                <a:srgbClr val="494949"/>
              </a:buClr>
              <a:buSzPts val="2400"/>
              <a:buFont typeface="Arial"/>
              <a:buNone/>
            </a:pPr>
            <a:r>
              <a:t/>
            </a:r>
            <a:endParaRPr b="1" sz="2400">
              <a:solidFill>
                <a:srgbClr val="494949"/>
              </a:solidFill>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Font typeface="Arial"/>
              <a:buChar char="●"/>
            </a:pPr>
            <a:br>
              <a:rPr b="0" lang="en-US" sz="2400">
                <a:latin typeface="Arial"/>
                <a:ea typeface="Arial"/>
                <a:cs typeface="Arial"/>
                <a:sym typeface="Arial"/>
              </a:rPr>
            </a:br>
            <a:br>
              <a:rPr lang="en-US" sz="2400">
                <a:latin typeface="Arial"/>
                <a:ea typeface="Arial"/>
                <a:cs typeface="Arial"/>
                <a:sym typeface="Arial"/>
              </a:rPr>
            </a:br>
            <a:endParaRPr b="1" i="0" sz="2400" u="none" strike="noStrike">
              <a:solidFill>
                <a:srgbClr val="494949"/>
              </a:solidFill>
              <a:latin typeface="Arial"/>
              <a:ea typeface="Arial"/>
              <a:cs typeface="Arial"/>
              <a:sym typeface="Arial"/>
            </a:endParaRPr>
          </a:p>
        </p:txBody>
      </p:sp>
      <p:sp>
        <p:nvSpPr>
          <p:cNvPr id="373" name="Google Shape;373;g2f1ff61888a_0_6"/>
          <p:cNvSpPr txBox="1"/>
          <p:nvPr>
            <p:ph idx="12" type="sldNum"/>
          </p:nvPr>
        </p:nvSpPr>
        <p:spPr>
          <a:xfrm>
            <a:off x="10276321" y="5883274"/>
            <a:ext cx="771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2024-08-11T07:53:55Z</dcterms:created>
  <dc:creator>priyanka vastarpara</dc:creator>
</cp:coreProperties>
</file>